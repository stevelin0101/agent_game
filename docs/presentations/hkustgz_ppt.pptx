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3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4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5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6.xml" ContentType="application/vnd.openxmlformats-officedocument.theme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7.xml" ContentType="application/vnd.openxmlformats-officedocument.theme+xml"/>
  <Override PartName="/ppt/slideLayouts/slideLayout89.xml" ContentType="application/vnd.openxmlformats-officedocument.presentationml.slideLayout+xml"/>
  <Override PartName="/ppt/theme/theme8.xml" ContentType="application/vnd.openxmlformats-officedocument.theme+xml"/>
  <Override PartName="/ppt/slideLayouts/slideLayout90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80" r:id="rId5"/>
    <p:sldMasterId id="2147483712" r:id="rId6"/>
    <p:sldMasterId id="2147483715" r:id="rId7"/>
    <p:sldMasterId id="2147483718" r:id="rId8"/>
    <p:sldMasterId id="2147483725" r:id="rId9"/>
    <p:sldMasterId id="2147483734" r:id="rId10"/>
    <p:sldMasterId id="2147483748" r:id="rId11"/>
    <p:sldMasterId id="2147483750" r:id="rId12"/>
  </p:sldMasterIdLst>
  <p:notesMasterIdLst>
    <p:notesMasterId r:id="rId16"/>
  </p:notesMasterIdLst>
  <p:handoutMasterIdLst>
    <p:handoutMasterId r:id="rId17"/>
  </p:handoutMasterIdLst>
  <p:sldIdLst>
    <p:sldId id="10051" r:id="rId13"/>
    <p:sldId id="10061" r:id="rId14"/>
    <p:sldId id="10063" r:id="rId15"/>
  </p:sldIdLst>
  <p:sldSz cx="14630400" cy="8229600"/>
  <p:notesSz cx="6858000" cy="9144000"/>
  <p:defaultTextStyle>
    <a:defPPr>
      <a:defRPr lang="en-US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C6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74" autoAdjust="0"/>
    <p:restoredTop sz="90660"/>
  </p:normalViewPr>
  <p:slideViewPr>
    <p:cSldViewPr snapToGrid="0">
      <p:cViewPr varScale="1">
        <p:scale>
          <a:sx n="93" d="100"/>
          <a:sy n="93" d="100"/>
        </p:scale>
        <p:origin x="14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400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1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3.xml"/><Relationship Id="rId10" Type="http://schemas.openxmlformats.org/officeDocument/2006/relationships/slideMaster" Target="slideMasters/slideMaster7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F9194B-6489-4EC9-81BC-B5777E5E26EF}" type="datetimeFigureOut">
              <a:rPr lang="en-US" smtClean="0"/>
              <a:t>5/16/26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872D1-B0AE-4C63-B2FE-AEA81B06B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8CF689-7F6C-44D8-95DE-FDAC67B981FD}" type="datetimeFigureOut">
              <a:rPr lang="en-US" smtClean="0"/>
              <a:t>5/16/26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/>
          <a:p>
            <a:pPr marL="274320" lvl="0" indent="-274320" defTabSz="109728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</a:pPr>
            <a:r>
              <a:rPr lang="en-US" dirty="0"/>
              <a:t>Click to edit Master text styles</a:t>
            </a:r>
          </a:p>
          <a:p>
            <a:pPr marL="548640" lvl="1" indent="-274320" defTabSz="109728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</a:pPr>
            <a:r>
              <a:rPr lang="en-US" dirty="0"/>
              <a:t>Second level</a:t>
            </a:r>
          </a:p>
          <a:p>
            <a:pPr marL="822960" lvl="2" indent="-274320" defTabSz="109728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</a:pPr>
            <a:r>
              <a:rPr lang="en-US" dirty="0"/>
              <a:t>Third level</a:t>
            </a:r>
          </a:p>
          <a:p>
            <a:pPr marL="1097280" lvl="3" indent="-276225" defTabSz="109728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373505" lvl="4" indent="-276225" defTabSz="109728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A334CF-B57F-47A4-A15C-D3EB539358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n-US" sz="1200" kern="1200" baseline="0" smtClean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Arial" panose="020B0604020202020204" pitchFamily="34" charset="0"/>
      </a:defRPr>
    </a:lvl1pPr>
    <a:lvl2pPr marL="457200" algn="l" defTabSz="914400" rtl="0" eaLnBrk="1" latinLnBrk="0" hangingPunct="1">
      <a:defRPr lang="en-US" sz="1200" kern="1200" baseline="0" smtClean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Arial" panose="020B0604020202020204" pitchFamily="34" charset="0"/>
      </a:defRPr>
    </a:lvl2pPr>
    <a:lvl3pPr marL="914400" algn="l" defTabSz="914400" rtl="0" eaLnBrk="1" latinLnBrk="0" hangingPunct="1">
      <a:defRPr lang="en-US" sz="1200" kern="1200" baseline="0" smtClean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Arial" panose="020B0604020202020204" pitchFamily="34" charset="0"/>
      </a:defRPr>
    </a:lvl3pPr>
    <a:lvl4pPr marL="1371600" algn="l" defTabSz="914400" rtl="0" eaLnBrk="1" latinLnBrk="0" hangingPunct="1">
      <a:defRPr lang="en-US" sz="1200" kern="1200" baseline="0" smtClean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Arial" panose="020B0604020202020204" pitchFamily="34" charset="0"/>
      </a:defRPr>
    </a:lvl4pPr>
    <a:lvl5pPr marL="1828800" algn="l" defTabSz="914400" rtl="0" eaLnBrk="1" latinLnBrk="0" hangingPunct="1">
      <a:defRPr lang="en-US" sz="1200" kern="1200">
        <a:solidFill>
          <a:srgbClr val="595959"/>
        </a:solidFill>
        <a:latin typeface="+mj-lt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2345407" y="1590496"/>
            <a:ext cx="9939589" cy="560153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ctr" latinLnBrk="0">
              <a:spcBef>
                <a:spcPts val="1800"/>
              </a:spcBef>
            </a:pPr>
            <a:r>
              <a:rPr lang="en-US" sz="2800" b="1" baseline="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Notes</a:t>
            </a:r>
          </a:p>
          <a:p>
            <a:pPr algn="ctr" latinLnBrk="0">
              <a:spcBef>
                <a:spcPts val="1800"/>
              </a:spcBef>
            </a:pPr>
            <a:r>
              <a:rPr lang="en-US" sz="2000" baseline="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This is an </a:t>
            </a:r>
            <a:r>
              <a:rPr lang="en-US" sz="2000" baseline="0" dirty="0">
                <a:solidFill>
                  <a:srgbClr val="00B05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unofficial</a:t>
            </a:r>
            <a:r>
              <a:rPr lang="en-US" sz="2000" baseline="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template for students, faculties and staffs of </a:t>
            </a:r>
            <a:r>
              <a:rPr lang="en-US" sz="2000" baseline="0" dirty="0">
                <a:solidFill>
                  <a:srgbClr val="00B05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HKUST-GZ</a:t>
            </a:r>
            <a:r>
              <a:rPr lang="en-US" sz="2000" baseline="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.</a:t>
            </a:r>
            <a:br>
              <a:rPr lang="en-US" sz="2000" baseline="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sz="2000" baseline="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Please feel free to use &amp; share for </a:t>
            </a:r>
            <a:r>
              <a:rPr lang="en-US" sz="2000" baseline="0" dirty="0">
                <a:solidFill>
                  <a:srgbClr val="00B05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non-commercial</a:t>
            </a:r>
            <a:r>
              <a:rPr lang="en-US" sz="2000" baseline="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purposes.</a:t>
            </a:r>
          </a:p>
          <a:p>
            <a:pPr algn="ctr" latinLnBrk="0">
              <a:spcBef>
                <a:spcPts val="1800"/>
              </a:spcBef>
            </a:pPr>
            <a:r>
              <a:rPr lang="en-US" sz="2000" baseline="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If you get this template from one of my share folders:</a:t>
            </a:r>
            <a:br>
              <a:rPr lang="en-US" sz="2000" baseline="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sz="2000" baseline="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Please </a:t>
            </a:r>
            <a:r>
              <a:rPr lang="en-US" sz="2000" baseline="0" dirty="0">
                <a:solidFill>
                  <a:srgbClr val="00B05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copy</a:t>
            </a:r>
            <a:r>
              <a:rPr lang="en-US" sz="2000" baseline="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or </a:t>
            </a:r>
            <a:r>
              <a:rPr lang="en-US" sz="2000" baseline="0" dirty="0">
                <a:solidFill>
                  <a:srgbClr val="00B05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download</a:t>
            </a:r>
            <a:r>
              <a:rPr lang="en-US" sz="2000" baseline="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it to prepare your own slides.</a:t>
            </a:r>
            <a:br>
              <a:rPr lang="en-US" sz="2000" baseline="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sz="2000" baseline="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Please </a:t>
            </a:r>
            <a:r>
              <a:rPr lang="en-US" sz="2000" baseline="0" dirty="0">
                <a:solidFill>
                  <a:schemeClr val="accent3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DO NOT </a:t>
            </a:r>
            <a:r>
              <a:rPr lang="en-US" sz="2000" baseline="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directly edit this original file.</a:t>
            </a:r>
          </a:p>
          <a:p>
            <a:pPr algn="ctr" latinLnBrk="0">
              <a:spcBef>
                <a:spcPts val="1800"/>
              </a:spcBef>
            </a:pPr>
            <a:r>
              <a:rPr lang="en-US" sz="2000" baseline="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This template is updated from time to time.</a:t>
            </a:r>
            <a:br>
              <a:rPr lang="en-US" sz="2000" baseline="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sz="2000" baseline="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If you find </a:t>
            </a:r>
            <a:r>
              <a:rPr lang="en-US" sz="2000" baseline="0" dirty="0">
                <a:solidFill>
                  <a:srgbClr val="00B05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other nice templates and/or icons</a:t>
            </a:r>
            <a:r>
              <a:rPr lang="en-US" sz="2000" baseline="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 please kindly share with me.</a:t>
            </a:r>
            <a:br>
              <a:rPr lang="en-US" sz="2000" baseline="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sz="2000" baseline="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 will update if appropriate.</a:t>
            </a:r>
          </a:p>
          <a:p>
            <a:pPr algn="ctr" latinLnBrk="0">
              <a:spcBef>
                <a:spcPts val="1800"/>
              </a:spcBef>
            </a:pPr>
            <a:r>
              <a:rPr lang="en-US" sz="2000" baseline="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Thank you very much!</a:t>
            </a:r>
          </a:p>
          <a:p>
            <a:pPr algn="r" latinLnBrk="0">
              <a:spcBef>
                <a:spcPts val="1800"/>
              </a:spcBef>
            </a:pPr>
            <a:r>
              <a:rPr lang="en-US" sz="2000" baseline="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Best Regards,</a:t>
            </a:r>
            <a:br>
              <a:rPr lang="en-US" sz="2000" baseline="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sz="2000" baseline="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Dr. Jenny LI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8383712" y="7787208"/>
            <a:ext cx="6246688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latinLnBrk="0"/>
            <a:endParaRPr lang="en-US" sz="1800" baseline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9"/>
            <a:ext cx="457200" cy="246888"/>
          </a:xfrm>
          <a:prstGeom prst="rect">
            <a:avLst/>
          </a:prstGeom>
        </p:spPr>
        <p:txBody>
          <a:bodyPr vert="horz" wrap="square" lIns="91440" tIns="45720" rIns="91440" bIns="45720" rtlCol="0" anchor="b"/>
          <a:lstStyle>
            <a:lvl1pPr algn="ctr" latinLnBrk="0">
              <a:spcBef>
                <a:spcPts val="600"/>
              </a:spcBef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/>
          <a:srcRect b="8902"/>
          <a:stretch>
            <a:fillRect/>
          </a:stretch>
        </p:blipFill>
        <p:spPr>
          <a:xfrm>
            <a:off x="7819255" y="1477424"/>
            <a:ext cx="5486400" cy="305447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3"/>
          <a:srcRect b="8929"/>
          <a:stretch>
            <a:fillRect/>
          </a:stretch>
        </p:blipFill>
        <p:spPr>
          <a:xfrm>
            <a:off x="1557569" y="4642816"/>
            <a:ext cx="5177350" cy="3072384"/>
          </a:xfrm>
          <a:prstGeom prst="rect">
            <a:avLst/>
          </a:prstGeom>
        </p:spPr>
      </p:pic>
      <p:sp>
        <p:nvSpPr>
          <p:cNvPr id="12" name="Content Placeholder 12"/>
          <p:cNvSpPr txBox="1"/>
          <p:nvPr userDrawn="1"/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 wrap="square"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3200" b="1" i="0" baseline="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University Color Theme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274319" y="950333"/>
            <a:ext cx="14081760" cy="731520"/>
          </a:xfrm>
          <a:prstGeom prst="rect">
            <a:avLst/>
          </a:prstGeom>
        </p:spPr>
        <p:txBody>
          <a:bodyPr wrap="square"/>
          <a:lstStyle>
            <a:lvl1pPr lvl="0" indent="0" defTabSz="1097280" latinLnBrk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b="0" cap="none" baseline="0">
                <a:latin typeface="Muli" panose="02000503040000020004" pitchFamily="2" charset="0"/>
              </a:defRPr>
            </a:lvl1pPr>
            <a:lvl2pPr marL="548640" indent="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</a:lvl2pPr>
            <a:lvl3pPr marL="1097280" indent="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2400"/>
            </a:lvl3pPr>
            <a:lvl4pPr marL="1645920" indent="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2160"/>
            </a:lvl4pPr>
            <a:lvl5pPr marL="2194560" indent="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2160"/>
            </a:lvl5pPr>
            <a:lvl6pPr marL="3017520" indent="-27432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/>
            </a:lvl6pPr>
            <a:lvl7pPr marL="3566160" indent="-27432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/>
            </a:lvl7pPr>
            <a:lvl8pPr marL="4114800" indent="-27432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/>
            </a:lvl8pPr>
            <a:lvl9pPr marL="4663440" indent="-27432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/>
            </a:lvl9pPr>
          </a:lstStyle>
          <a:p>
            <a:pPr lvl="0" latinLnBrk="0"/>
            <a:r>
              <a:rPr lang="en-US" sz="2000" baseline="0" dirty="0">
                <a:latin typeface="Arial" panose="020B0604020202020204" pitchFamily="34" charset="0"/>
                <a:ea typeface="黑体" panose="02010609060101010101" pitchFamily="49" charset="-122"/>
              </a:rPr>
              <a:t>Please follow the University Color Them which has already been set up for this template.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7819255" y="7787208"/>
            <a:ext cx="6811145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latinLnBrk="0"/>
            <a:endParaRPr lang="en-US" sz="1800" baseline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4"/>
          <a:srcRect b="12649"/>
          <a:stretch>
            <a:fillRect/>
          </a:stretch>
        </p:blipFill>
        <p:spPr>
          <a:xfrm>
            <a:off x="7819255" y="4642817"/>
            <a:ext cx="5486400" cy="307101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644567" y="2456023"/>
            <a:ext cx="3003356" cy="1097280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1559315" y="7823338"/>
            <a:ext cx="3383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200" baseline="0" dirty="0">
                <a:latin typeface="Arial" panose="020B0604020202020204" pitchFamily="34" charset="0"/>
                <a:ea typeface="黑体" panose="02010609060101010101" pitchFamily="49" charset="-122"/>
              </a:rPr>
              <a:t>Source: HKUST-GZ Brand Guideline </a:t>
            </a:r>
            <a:r>
              <a:rPr lang="zh-CN" altLang="en-US" sz="1200" baseline="0" dirty="0">
                <a:latin typeface="Arial" panose="020B0604020202020204" pitchFamily="34" charset="0"/>
                <a:ea typeface="黑体" panose="02010609060101010101" pitchFamily="49" charset="-122"/>
              </a:rPr>
              <a:t>品牌手册</a:t>
            </a:r>
            <a:endParaRPr lang="en-US" sz="1200" baseline="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9"/>
            <a:ext cx="457200" cy="246888"/>
          </a:xfrm>
          <a:prstGeom prst="rect">
            <a:avLst/>
          </a:prstGeom>
        </p:spPr>
        <p:txBody>
          <a:bodyPr vert="horz" wrap="square" lIns="91440" tIns="45720" rIns="91440" bIns="45720" rtlCol="0" anchor="b"/>
          <a:lstStyle>
            <a:lvl1pPr algn="ctr" latinLnBrk="0">
              <a:spcBef>
                <a:spcPts val="600"/>
              </a:spcBef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t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2"/>
          <p:cNvSpPr txBox="1"/>
          <p:nvPr userDrawn="1"/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 wrap="square"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3200" b="1" i="0" baseline="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University Font Theme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274319" y="950333"/>
            <a:ext cx="14081760" cy="731520"/>
          </a:xfrm>
          <a:prstGeom prst="rect">
            <a:avLst/>
          </a:prstGeom>
        </p:spPr>
        <p:txBody>
          <a:bodyPr wrap="square"/>
          <a:lstStyle>
            <a:lvl1pPr lvl="0" indent="0" defTabSz="1097280" latinLnBrk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b="0" cap="none" baseline="0">
                <a:latin typeface="Muli" panose="02000503040000020004" pitchFamily="2" charset="0"/>
              </a:defRPr>
            </a:lvl1pPr>
            <a:lvl2pPr marL="548640" indent="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</a:lvl2pPr>
            <a:lvl3pPr marL="1097280" indent="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2400"/>
            </a:lvl3pPr>
            <a:lvl4pPr marL="1645920" indent="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2160"/>
            </a:lvl4pPr>
            <a:lvl5pPr marL="2194560" indent="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2160"/>
            </a:lvl5pPr>
            <a:lvl6pPr marL="3017520" indent="-27432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/>
            </a:lvl6pPr>
            <a:lvl7pPr marL="3566160" indent="-27432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/>
            </a:lvl7pPr>
            <a:lvl8pPr marL="4114800" indent="-27432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/>
            </a:lvl8pPr>
            <a:lvl9pPr marL="4663440" indent="-27432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/>
            </a:lvl9pPr>
          </a:lstStyle>
          <a:p>
            <a:pPr lvl="0" latinLnBrk="0"/>
            <a:r>
              <a:rPr lang="en-US" sz="2000" baseline="0" dirty="0">
                <a:latin typeface="Arial" panose="020B0604020202020204" pitchFamily="34" charset="0"/>
                <a:ea typeface="黑体" panose="02010609060101010101" pitchFamily="49" charset="-122"/>
              </a:rPr>
              <a:t>The University Font Theme has already been set up and made available for this template. While as </a:t>
            </a:r>
            <a:r>
              <a:rPr lang="en-US" sz="2000" baseline="0" dirty="0" err="1">
                <a:latin typeface="Arial" panose="020B0604020202020204" pitchFamily="34" charset="0"/>
                <a:ea typeface="黑体" panose="02010609060101010101" pitchFamily="49" charset="-122"/>
              </a:rPr>
              <a:t>Muli</a:t>
            </a:r>
            <a:r>
              <a:rPr lang="en-US" sz="2000" baseline="0" dirty="0">
                <a:latin typeface="Arial" panose="020B0604020202020204" pitchFamily="34" charset="0"/>
                <a:ea typeface="黑体" panose="02010609060101010101" pitchFamily="49" charset="-122"/>
              </a:rPr>
              <a:t> and </a:t>
            </a:r>
            <a:r>
              <a:rPr lang="en-US" sz="2000" baseline="0" dirty="0" err="1">
                <a:latin typeface="Arial" panose="020B0604020202020204" pitchFamily="34" charset="0"/>
                <a:ea typeface="黑体" panose="02010609060101010101" pitchFamily="49" charset="-122"/>
              </a:rPr>
              <a:t>LiHei</a:t>
            </a:r>
            <a:r>
              <a:rPr lang="en-US" sz="2000" baseline="0" dirty="0">
                <a:latin typeface="Arial" panose="020B0604020202020204" pitchFamily="34" charset="0"/>
                <a:ea typeface="黑体" panose="02010609060101010101" pitchFamily="49" charset="-122"/>
              </a:rPr>
              <a:t> Pro are not default fonts, the default fonts of Arial and </a:t>
            </a:r>
            <a:r>
              <a:rPr lang="en-US" sz="2000" baseline="0" dirty="0" err="1">
                <a:latin typeface="Arial" panose="020B0604020202020204" pitchFamily="34" charset="0"/>
                <a:ea typeface="黑体" panose="02010609060101010101" pitchFamily="49" charset="-122"/>
              </a:rPr>
              <a:t>SimHei</a:t>
            </a:r>
            <a:r>
              <a:rPr lang="en-US" sz="2000" baseline="0" dirty="0">
                <a:latin typeface="Arial" panose="020B0604020202020204" pitchFamily="34" charset="0"/>
                <a:ea typeface="黑体" panose="02010609060101010101" pitchFamily="49" charset="-122"/>
              </a:rPr>
              <a:t> have been set as default theme of this template.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7859730" y="7787208"/>
            <a:ext cx="6770670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latinLnBrk="0"/>
            <a:endParaRPr lang="en-US" sz="1800" baseline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1559314" y="7823338"/>
            <a:ext cx="3383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200" baseline="0" dirty="0">
                <a:latin typeface="Arial" panose="020B0604020202020204" pitchFamily="34" charset="0"/>
                <a:ea typeface="黑体" panose="02010609060101010101" pitchFamily="49" charset="-122"/>
              </a:rPr>
              <a:t>Source: HKUST-GZ Brand Guideline </a:t>
            </a:r>
            <a:r>
              <a:rPr lang="zh-CN" altLang="en-US" sz="1200" baseline="0" dirty="0">
                <a:latin typeface="Arial" panose="020B0604020202020204" pitchFamily="34" charset="0"/>
                <a:ea typeface="黑体" panose="02010609060101010101" pitchFamily="49" charset="-122"/>
              </a:rPr>
              <a:t>品牌手册</a:t>
            </a:r>
            <a:endParaRPr lang="en-US" sz="1200" baseline="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/>
          <a:srcRect b="6830"/>
          <a:stretch>
            <a:fillRect/>
          </a:stretch>
        </p:blipFill>
        <p:spPr>
          <a:xfrm>
            <a:off x="274319" y="2375722"/>
            <a:ext cx="8050732" cy="4572000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8412479" y="3254405"/>
            <a:ext cx="5943600" cy="446079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atinLnBrk="0"/>
            <a:r>
              <a:rPr lang="en-US" sz="1600" baseline="0" dirty="0">
                <a:latin typeface="Arial" panose="020B0604020202020204" pitchFamily="34" charset="0"/>
                <a:ea typeface="黑体" panose="02010609060101010101" pitchFamily="49" charset="-122"/>
              </a:rPr>
              <a:t>If you choose to use </a:t>
            </a:r>
            <a:r>
              <a:rPr lang="en-US" sz="1600" b="1" baseline="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Default Font Theme</a:t>
            </a:r>
          </a:p>
          <a:p>
            <a:pPr marL="285750" marR="0" lvl="0" indent="-28575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1600" baseline="0" dirty="0">
                <a:latin typeface="Arial" panose="020B0604020202020204" pitchFamily="34" charset="0"/>
                <a:ea typeface="黑体" panose="02010609060101010101" pitchFamily="49" charset="-122"/>
              </a:rPr>
              <a:t>Go to layout and choose the first set of Slide Master</a:t>
            </a:r>
          </a:p>
          <a:p>
            <a:pPr latinLnBrk="0"/>
            <a:endParaRPr lang="en-US" sz="1600" baseline="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atinLnBrk="0"/>
            <a:r>
              <a:rPr lang="en-US" sz="1600" baseline="0" dirty="0">
                <a:latin typeface="Arial" panose="020B0604020202020204" pitchFamily="34" charset="0"/>
                <a:ea typeface="黑体" panose="02010609060101010101" pitchFamily="49" charset="-122"/>
              </a:rPr>
              <a:t>If you choose to use </a:t>
            </a:r>
            <a:r>
              <a:rPr lang="en-US" sz="1600" b="1" baseline="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University Font Theme</a:t>
            </a:r>
          </a:p>
          <a:p>
            <a:pPr marL="285750" indent="-285750" latinLnBrk="0">
              <a:buFont typeface="Arial" panose="020B0604020202020204" pitchFamily="34" charset="0"/>
              <a:buChar char="•"/>
            </a:pPr>
            <a:r>
              <a:rPr lang="en-US" sz="1600" baseline="0" dirty="0">
                <a:latin typeface="Arial" panose="020B0604020202020204" pitchFamily="34" charset="0"/>
                <a:ea typeface="黑体" panose="02010609060101010101" pitchFamily="49" charset="-122"/>
              </a:rPr>
              <a:t>Go to layout and choose the second set of Slide</a:t>
            </a:r>
            <a:br>
              <a:rPr lang="en-US" sz="1600" baseline="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sz="1600" baseline="0" dirty="0">
                <a:latin typeface="Arial" panose="020B0604020202020204" pitchFamily="34" charset="0"/>
                <a:ea typeface="黑体" panose="02010609060101010101" pitchFamily="49" charset="-122"/>
              </a:rPr>
              <a:t>Master</a:t>
            </a:r>
          </a:p>
          <a:p>
            <a:pPr marL="285750" indent="-285750" latinLnBrk="0">
              <a:buFont typeface="Arial" panose="020B0604020202020204" pitchFamily="34" charset="0"/>
              <a:buChar char="•"/>
            </a:pPr>
            <a:r>
              <a:rPr lang="en-US" sz="1600" baseline="0" dirty="0">
                <a:latin typeface="Arial" panose="020B0604020202020204" pitchFamily="34" charset="0"/>
                <a:ea typeface="黑体" panose="02010609060101010101" pitchFamily="49" charset="-122"/>
              </a:rPr>
              <a:t>Please convert your work to PDF before sharing</a:t>
            </a:r>
            <a:br>
              <a:rPr lang="en-US" sz="1600" baseline="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sz="1600" baseline="0" dirty="0">
                <a:latin typeface="Arial" panose="020B0604020202020204" pitchFamily="34" charset="0"/>
                <a:ea typeface="黑体" panose="02010609060101010101" pitchFamily="49" charset="-122"/>
              </a:rPr>
              <a:t>with others to make sure the format is not cluttered,</a:t>
            </a:r>
            <a:br>
              <a:rPr lang="en-US" sz="1600" baseline="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sz="1600" baseline="0" dirty="0">
                <a:latin typeface="Arial" panose="020B0604020202020204" pitchFamily="34" charset="0"/>
                <a:ea typeface="黑体" panose="02010609060101010101" pitchFamily="49" charset="-122"/>
              </a:rPr>
              <a:t>or</a:t>
            </a:r>
          </a:p>
          <a:p>
            <a:pPr marL="285750" indent="-285750" latinLnBrk="0">
              <a:buFont typeface="Arial" panose="020B0604020202020204" pitchFamily="34" charset="0"/>
              <a:buChar char="•"/>
            </a:pPr>
            <a:r>
              <a:rPr lang="en-US" sz="1600" baseline="0" dirty="0">
                <a:latin typeface="Arial" panose="020B0604020202020204" pitchFamily="34" charset="0"/>
                <a:ea typeface="黑体" panose="02010609060101010101" pitchFamily="49" charset="-122"/>
              </a:rPr>
              <a:t>Please make sure that the receiver of your work</a:t>
            </a:r>
            <a:br>
              <a:rPr lang="en-US" sz="1600" baseline="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sz="1600" baseline="0" dirty="0">
                <a:latin typeface="Arial" panose="020B0604020202020204" pitchFamily="34" charset="0"/>
                <a:ea typeface="黑体" panose="02010609060101010101" pitchFamily="49" charset="-122"/>
              </a:rPr>
              <a:t>has the right Fonts installed (Check share folder or</a:t>
            </a:r>
            <a:br>
              <a:rPr lang="en-US" sz="1600" baseline="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sz="1600" baseline="0" dirty="0">
                <a:latin typeface="Arial" panose="020B0604020202020204" pitchFamily="34" charset="0"/>
                <a:ea typeface="黑体" panose="02010609060101010101" pitchFamily="49" charset="-122"/>
              </a:rPr>
              <a:t>contact me to get installation files).</a:t>
            </a:r>
          </a:p>
          <a:p>
            <a:pPr latinLnBrk="0"/>
            <a:endParaRPr lang="en-US" sz="1600" baseline="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atinLnBrk="0"/>
            <a:r>
              <a:rPr lang="en-US" sz="1600" baseline="0" dirty="0">
                <a:latin typeface="Arial" panose="020B0604020202020204" pitchFamily="34" charset="0"/>
                <a:ea typeface="黑体" panose="02010609060101010101" pitchFamily="49" charset="-122"/>
              </a:rPr>
              <a:t>For </a:t>
            </a:r>
            <a:r>
              <a:rPr lang="en-US" sz="1600" b="1" baseline="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Chinese</a:t>
            </a:r>
            <a:r>
              <a:rPr lang="en-US" sz="1600" baseline="0" dirty="0">
                <a:latin typeface="Arial" panose="020B0604020202020204" pitchFamily="34" charset="0"/>
                <a:ea typeface="黑体" panose="02010609060101010101" pitchFamily="49" charset="-122"/>
              </a:rPr>
              <a:t> users</a:t>
            </a:r>
          </a:p>
          <a:p>
            <a:pPr marL="285750" indent="-285750" latinLnBrk="0">
              <a:buFont typeface="Arial" panose="020B0604020202020204" pitchFamily="34" charset="0"/>
              <a:buChar char="•"/>
            </a:pPr>
            <a:r>
              <a:rPr lang="zh-CN" altLang="en-US" sz="1600" baseline="0" dirty="0">
                <a:latin typeface="Arial" panose="020B0604020202020204" pitchFamily="34" charset="0"/>
                <a:ea typeface="黑体" panose="02010609060101010101" pitchFamily="49" charset="-122"/>
              </a:rPr>
              <a:t>如果中英混排时中文显示不正常，请查看 </a:t>
            </a:r>
            <a:r>
              <a:rPr lang="en-US" sz="1600" baseline="0" dirty="0">
                <a:latin typeface="Arial" panose="020B0604020202020204" pitchFamily="34" charset="0"/>
                <a:ea typeface="黑体" panose="02010609060101010101" pitchFamily="49" charset="-122"/>
              </a:rPr>
              <a:t>File – Options – Language </a:t>
            </a:r>
            <a:r>
              <a:rPr lang="zh-CN" altLang="en-US" sz="1600" baseline="0" dirty="0">
                <a:latin typeface="Arial" panose="020B0604020202020204" pitchFamily="34" charset="0"/>
                <a:ea typeface="黑体" panose="02010609060101010101" pitchFamily="49" charset="-122"/>
              </a:rPr>
              <a:t>中是否正确添加了中文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/>
          <a:srcRect r="-50"/>
          <a:stretch>
            <a:fillRect/>
          </a:stretch>
        </p:blipFill>
        <p:spPr>
          <a:xfrm>
            <a:off x="8989091" y="1881055"/>
            <a:ext cx="2286000" cy="123062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4"/>
          <a:srcRect r="-42"/>
          <a:stretch>
            <a:fillRect/>
          </a:stretch>
        </p:blipFill>
        <p:spPr>
          <a:xfrm>
            <a:off x="11493468" y="2451190"/>
            <a:ext cx="2286000" cy="660492"/>
          </a:xfrm>
          <a:prstGeom prst="rect">
            <a:avLst/>
          </a:prstGeom>
        </p:spPr>
      </p:pic>
      <p:sp>
        <p:nvSpPr>
          <p:cNvPr id="3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9"/>
            <a:ext cx="457200" cy="246888"/>
          </a:xfrm>
          <a:prstGeom prst="rect">
            <a:avLst/>
          </a:prstGeom>
        </p:spPr>
        <p:txBody>
          <a:bodyPr vert="horz" wrap="square" lIns="91440" tIns="45720" rIns="91440" bIns="45720" rtlCol="0" anchor="b"/>
          <a:lstStyle>
            <a:lvl1pPr algn="ctr" latinLnBrk="0">
              <a:spcBef>
                <a:spcPts val="600"/>
              </a:spcBef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5" descr="城市里的建筑和树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389"/>
            <a:ext cx="14630400" cy="8252378"/>
          </a:xfrm>
          <a:prstGeom prst="rect">
            <a:avLst/>
          </a:prstGeom>
        </p:spPr>
      </p:pic>
      <p:sp>
        <p:nvSpPr>
          <p:cNvPr id="3" name="Rectangle 6"/>
          <p:cNvSpPr/>
          <p:nvPr userDrawn="1"/>
        </p:nvSpPr>
        <p:spPr>
          <a:xfrm>
            <a:off x="-1" y="1234480"/>
            <a:ext cx="14630402" cy="3657600"/>
          </a:xfrm>
          <a:prstGeom prst="rect">
            <a:avLst/>
          </a:prstGeom>
          <a:solidFill>
            <a:schemeClr val="tx2">
              <a:lumMod val="50000"/>
              <a:alpha val="60000"/>
            </a:schemeClr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endParaRPr lang="en-US" sz="4610" kern="1200" baseline="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1" name="Textplatzhalt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6808"/>
            <a:ext cx="13716000" cy="640080"/>
          </a:xfrm>
          <a:prstGeom prst="rect">
            <a:avLst/>
          </a:prstGeom>
          <a:effectLst>
            <a:outerShdw blurRad="12700" dist="6350" dir="8100000" algn="tl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marL="0" marR="0" indent="0" algn="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Tx/>
              <a:buFont typeface="Wingdings 2" panose="05020102010507070707" pitchFamily="18" charset="2"/>
              <a:buNone/>
              <a:defRPr sz="2400" b="0" cap="none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Contributor list 24 pt. (Author, mentor, supervisor, etc.)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1281336"/>
            <a:ext cx="13716000" cy="457200"/>
          </a:xfrm>
          <a:prstGeom prst="rect">
            <a:avLst/>
          </a:prstGeom>
          <a:effectLst>
            <a:outerShdw blurRad="12700" dist="6350" dir="8100000" algn="tl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marL="0" indent="0" algn="l" latinLnBrk="0">
              <a:spcBef>
                <a:spcPts val="600"/>
              </a:spcBef>
              <a:buNone/>
              <a:defRPr lang="en-US" sz="2000" b="0" cap="none" baseline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pPr marL="274320" marR="0" lvl="0" indent="-274320" defTabSz="9144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Tx/>
            </a:pPr>
            <a:r>
              <a:rPr lang="en-US" dirty="0"/>
              <a:t>Occasion, if any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853587"/>
            <a:ext cx="13716000" cy="16459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>
            <a:lvl1pPr marL="0" indent="0" algn="ctr" latinLnBrk="0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Muli" panose="02000503040000020004" pitchFamily="2" charset="0"/>
              <a:buChar char=" "/>
              <a:defRPr sz="3600" b="1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0" indent="0" algn="ctr" latinLnBrk="0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Font typeface="Muli" panose="02000503040000020004" pitchFamily="2" charset="0"/>
              <a:buChar char=" "/>
              <a:defRPr sz="24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 algn="r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Muli" panose="02000503040000020004"/>
                <a:ea typeface="Source Sans Pro" panose="020B0503030403020204" pitchFamily="34" charset="0"/>
                <a:cs typeface="Arial" panose="020B0604020202020204" pitchFamily="34" charset="0"/>
              </a:defRPr>
            </a:lvl3pPr>
            <a:lvl4pPr marL="1097280" indent="-276225" algn="r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Muli" panose="02000503040000020004"/>
                <a:ea typeface="Source Sans Pro" panose="020B0503030403020204" pitchFamily="34" charset="0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Title 36 pt. (Tab to enter subtitle, if any)</a:t>
            </a:r>
          </a:p>
          <a:p>
            <a:pPr lvl="1"/>
            <a:r>
              <a:rPr lang="en-US" dirty="0"/>
              <a:t>Subtitle, if any 24 pt.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3614557"/>
            <a:ext cx="13716000" cy="457200"/>
          </a:xfrm>
          <a:prstGeom prst="rect">
            <a:avLst/>
          </a:prstGeom>
          <a:effectLst>
            <a:outerShdw blurRad="12700" dist="6350" dir="8100000" algn="tl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marL="0" indent="0" algn="r" latinLnBrk="0">
              <a:spcBef>
                <a:spcPts val="600"/>
              </a:spcBef>
              <a:buNone/>
              <a:defRPr lang="en-US" sz="2000" b="0" cap="none" baseline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pPr marL="274320" marR="0" lvl="0" indent="-274320" defTabSz="9144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Tx/>
            </a:pPr>
            <a:r>
              <a:rPr lang="en-US" dirty="0"/>
              <a:t>Date and/or Place 20 pt.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4"/>
          <p:cNvSpPr>
            <a:spLocks noGrp="1"/>
          </p:cNvSpPr>
          <p:nvPr>
            <p:ph type="body" sz="quarter" idx="13" hasCustomPrompt="1"/>
          </p:nvPr>
        </p:nvSpPr>
        <p:spPr>
          <a:xfrm>
            <a:off x="9326880" y="6099055"/>
            <a:ext cx="5029200" cy="1097280"/>
          </a:xfrm>
          <a:prstGeom prst="rect">
            <a:avLst/>
          </a:prstGeom>
          <a:effectLst>
            <a:outerShdw blurRad="12700" dist="6350" dir="8100000" algn="tl" rotWithShape="0">
              <a:prstClr val="black">
                <a:alpha val="25000"/>
              </a:prstClr>
            </a:outerShdw>
          </a:effectLst>
        </p:spPr>
        <p:txBody>
          <a:bodyPr anchor="t"/>
          <a:lstStyle>
            <a:lvl1pPr marL="0" marR="0" indent="0" algn="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Tx/>
              <a:buFont typeface="Wingdings 2" panose="05020102010507070707" pitchFamily="18" charset="2"/>
              <a:buNone/>
              <a:defRPr sz="2400" b="0" cap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Contributor list 24 pt.</a:t>
            </a:r>
            <a:br>
              <a:rPr lang="en-US" dirty="0"/>
            </a:br>
            <a:r>
              <a:rPr lang="en-US" dirty="0"/>
              <a:t>(Author, mentor, supervisor, etc.)</a:t>
            </a:r>
          </a:p>
        </p:txBody>
      </p:sp>
      <p:pic>
        <p:nvPicPr>
          <p:cNvPr id="16" name="图片 5" descr="城市里的建筑和树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02" r="20584"/>
          <a:stretch>
            <a:fillRect/>
          </a:stretch>
        </p:blipFill>
        <p:spPr>
          <a:xfrm>
            <a:off x="1" y="0"/>
            <a:ext cx="9047965" cy="8229600"/>
          </a:xfrm>
          <a:prstGeom prst="rect">
            <a:avLst/>
          </a:prstGeom>
        </p:spPr>
      </p:pic>
      <p:sp>
        <p:nvSpPr>
          <p:cNvPr id="5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9326880" y="1251180"/>
            <a:ext cx="5029200" cy="457200"/>
          </a:xfrm>
          <a:prstGeom prst="rect">
            <a:avLst/>
          </a:prstGeom>
          <a:effectLst>
            <a:outerShdw blurRad="12700" dist="6350" dir="8100000" algn="tl" rotWithShape="0">
              <a:prstClr val="black">
                <a:alpha val="25000"/>
              </a:prstClr>
            </a:outerShdw>
          </a:effectLst>
        </p:spPr>
        <p:txBody>
          <a:bodyPr anchor="b"/>
          <a:lstStyle>
            <a:lvl1pPr marL="0" indent="0" algn="l">
              <a:spcBef>
                <a:spcPts val="600"/>
              </a:spcBef>
              <a:buNone/>
              <a:defRPr lang="en-US" sz="2000" b="0" cap="none" baseline="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pPr marL="274320" marR="0" lvl="0" indent="-274320" defTabSz="9144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Tx/>
            </a:pPr>
            <a:r>
              <a:rPr lang="en-US" dirty="0"/>
              <a:t>Occasion, if any 20 pt.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9326880" y="1801375"/>
            <a:ext cx="5029200" cy="320040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>
            <a:lvl1pPr marL="0" indent="0" algn="r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Muli" panose="02000503040000020004" pitchFamily="2" charset="0"/>
              <a:buChar char=" "/>
              <a:defRPr sz="3600" b="1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0" indent="0" algn="r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Font typeface="Muli" panose="02000503040000020004" pitchFamily="2" charset="0"/>
              <a:buChar char=" "/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 algn="r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Muli" panose="02000503040000020004"/>
                <a:ea typeface="Source Sans Pro" panose="020B0503030403020204" pitchFamily="34" charset="0"/>
                <a:cs typeface="Arial" panose="020B0604020202020204" pitchFamily="34" charset="0"/>
              </a:defRPr>
            </a:lvl3pPr>
            <a:lvl4pPr marL="1097280" indent="-276225" algn="r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Muli" panose="02000503040000020004"/>
                <a:ea typeface="Source Sans Pro" panose="020B0503030403020204" pitchFamily="34" charset="0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Title 36 pt.</a:t>
            </a:r>
            <a:br>
              <a:rPr lang="en-US" dirty="0"/>
            </a:br>
            <a:r>
              <a:rPr lang="en-US" dirty="0"/>
              <a:t>(Press Tab to enter subtitle, if any)</a:t>
            </a:r>
          </a:p>
          <a:p>
            <a:pPr lvl="1"/>
            <a:r>
              <a:rPr lang="en-US" dirty="0"/>
              <a:t>Subtitle, if any 24 pt.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9326880" y="5093215"/>
            <a:ext cx="5029200" cy="457200"/>
          </a:xfrm>
          <a:prstGeom prst="rect">
            <a:avLst/>
          </a:prstGeom>
          <a:effectLst>
            <a:outerShdw blurRad="12700" dist="6350" dir="8100000" algn="tl" rotWithShape="0">
              <a:prstClr val="black">
                <a:alpha val="25000"/>
              </a:prstClr>
            </a:outerShdw>
          </a:effectLst>
        </p:spPr>
        <p:txBody>
          <a:bodyPr anchor="b"/>
          <a:lstStyle>
            <a:lvl1pPr marL="0" indent="0" algn="r">
              <a:spcBef>
                <a:spcPts val="600"/>
              </a:spcBef>
              <a:buNone/>
              <a:defRPr lang="en-US" sz="2000" b="0" cap="none" baseline="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pPr marL="274320" marR="0" lvl="0" indent="-274320" defTabSz="9144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Tx/>
            </a:pPr>
            <a:r>
              <a:rPr lang="en-US" dirty="0"/>
              <a:t>Date and/or Place 20 pt.</a:t>
            </a:r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9326880" y="5733295"/>
            <a:ext cx="5029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2"/>
          <p:cNvSpPr txBox="1"/>
          <p:nvPr userDrawn="1"/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3200" b="1" i="0" baseline="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INDEX</a:t>
            </a:r>
          </a:p>
        </p:txBody>
      </p:sp>
      <p:pic>
        <p:nvPicPr>
          <p:cNvPr id="5" name="图片 5" descr="城市里的建筑和树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187" b="22437"/>
          <a:stretch>
            <a:fillRect/>
          </a:stretch>
        </p:blipFill>
        <p:spPr>
          <a:xfrm>
            <a:off x="0" y="1223190"/>
            <a:ext cx="14630400" cy="2011680"/>
          </a:xfrm>
          <a:prstGeom prst="rect">
            <a:avLst/>
          </a:prstGeom>
        </p:spPr>
      </p:pic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822960" y="3465534"/>
            <a:ext cx="12984480" cy="3840480"/>
          </a:xfrm>
          <a:prstGeom prst="rect">
            <a:avLst/>
          </a:prstGeom>
        </p:spPr>
        <p:txBody>
          <a:bodyPr anchor="t"/>
          <a:lstStyle>
            <a:lvl1pPr marL="434340" indent="-434340">
              <a:lnSpc>
                <a:spcPct val="100000"/>
              </a:lnSpc>
              <a:spcBef>
                <a:spcPts val="600"/>
              </a:spcBef>
              <a:buFont typeface="+mj-lt"/>
              <a:buAutoNum type="alphaUcPeriod"/>
              <a:defRPr sz="2000" i="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962025" indent="-413385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510665" indent="-413385">
              <a:lnSpc>
                <a:spcPct val="100000"/>
              </a:lnSpc>
              <a:spcBef>
                <a:spcPts val="600"/>
              </a:spcBef>
              <a:buFont typeface="+mj-lt"/>
              <a:buAutoNum type="romanLcPeriod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2038350" indent="-392430">
              <a:lnSpc>
                <a:spcPct val="100000"/>
              </a:lnSpc>
              <a:spcBef>
                <a:spcPts val="600"/>
              </a:spcBef>
              <a:buFont typeface="+mj-lt"/>
              <a:buAutoNum type="alphaLcPeriod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>
              <a:defRPr sz="1920">
                <a:solidFill>
                  <a:srgbClr val="111D2A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1247120" y="3465534"/>
            <a:ext cx="2560320" cy="384048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2000" i="0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Page number 20 pt.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(Press Shift + Enter to change line without spacing between paragraphs, if needed)</a:t>
            </a:r>
          </a:p>
        </p:txBody>
      </p:sp>
      <p:sp>
        <p:nvSpPr>
          <p:cNvPr id="2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9"/>
            <a:ext cx="457200" cy="246888"/>
          </a:xfrm>
          <a:prstGeom prst="rect">
            <a:avLst/>
          </a:prstGeom>
        </p:spPr>
        <p:txBody>
          <a:bodyPr vert="horz" wrap="square" lIns="91440" tIns="45720" rIns="91440" bIns="45720" rtlCol="0" anchor="b"/>
          <a:lstStyle>
            <a:lvl1pPr algn="ctr" latinLnBrk="0">
              <a:spcBef>
                <a:spcPts val="600"/>
              </a:spcBef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9"/>
            <a:ext cx="457200" cy="246888"/>
          </a:xfrm>
          <a:prstGeom prst="rect">
            <a:avLst/>
          </a:prstGeom>
        </p:spPr>
        <p:txBody>
          <a:bodyPr vert="horz" wrap="square" lIns="91440" tIns="45720" rIns="91440" bIns="45720" rtlCol="0" anchor="b"/>
          <a:lstStyle>
            <a:lvl1pPr algn="ctr" latinLnBrk="0">
              <a:spcBef>
                <a:spcPts val="600"/>
              </a:spcBef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x 1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950333"/>
            <a:ext cx="14081760" cy="6508564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9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22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2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9"/>
            <a:ext cx="457200" cy="246888"/>
          </a:xfrm>
          <a:prstGeom prst="rect">
            <a:avLst/>
          </a:prstGeom>
        </p:spPr>
        <p:txBody>
          <a:bodyPr vert="horz" wrap="square" lIns="91440" tIns="45720" rIns="91440" bIns="45720" rtlCol="0" anchor="b"/>
          <a:lstStyle>
            <a:lvl1pPr algn="ctr" latinLnBrk="0">
              <a:spcBef>
                <a:spcPts val="600"/>
              </a:spcBef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x 2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1405568"/>
            <a:ext cx="6858000" cy="6053328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950333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7498080" y="1405568"/>
            <a:ext cx="6858000" cy="6053328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7498080" y="950333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22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274320" y="1316093"/>
            <a:ext cx="6858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7498080" y="1316093"/>
            <a:ext cx="6858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9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12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9"/>
            <a:ext cx="457200" cy="246888"/>
          </a:xfrm>
          <a:prstGeom prst="rect">
            <a:avLst/>
          </a:prstGeom>
        </p:spPr>
        <p:txBody>
          <a:bodyPr vert="horz" wrap="square" lIns="91440" tIns="45720" rIns="91440" bIns="45720" rtlCol="0" anchor="b"/>
          <a:lstStyle>
            <a:lvl1pPr algn="ctr" latinLnBrk="0">
              <a:spcBef>
                <a:spcPts val="600"/>
              </a:spcBef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x 3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1405568"/>
            <a:ext cx="4572000" cy="6053328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950333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029200" y="1405568"/>
            <a:ext cx="4572000" cy="6053328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5029200" y="950333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9784080" y="1405568"/>
            <a:ext cx="4572000" cy="6053328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9784080" y="950333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22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9784080" y="1316093"/>
            <a:ext cx="4572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274320" y="1316093"/>
            <a:ext cx="4572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5029200" y="1316093"/>
            <a:ext cx="4572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9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12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9"/>
            <a:ext cx="457200" cy="246888"/>
          </a:xfrm>
          <a:prstGeom prst="rect">
            <a:avLst/>
          </a:prstGeom>
        </p:spPr>
        <p:txBody>
          <a:bodyPr vert="horz" wrap="square" lIns="91440" tIns="45720" rIns="91440" bIns="45720" rtlCol="0" anchor="b"/>
          <a:lstStyle>
            <a:lvl1pPr algn="ctr" latinLnBrk="0">
              <a:spcBef>
                <a:spcPts val="600"/>
              </a:spcBef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1405568"/>
            <a:ext cx="3383280" cy="6053328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950333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3840480" y="1405568"/>
            <a:ext cx="3383280" cy="6053328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3840480" y="950333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7406640" y="1405568"/>
            <a:ext cx="3383280" cy="6053328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7406640" y="950333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10972800" y="1405568"/>
            <a:ext cx="3383280" cy="6053328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10972800" y="950333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10972800" y="1316093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7406640" y="1316093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3840480" y="1316093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1" name="Text Placeholder 17"/>
          <p:cNvSpPr>
            <a:spLocks noGrp="1"/>
          </p:cNvSpPr>
          <p:nvPr>
            <p:ph type="body" sz="quarter" idx="31" hasCustomPrompt="1"/>
          </p:nvPr>
        </p:nvSpPr>
        <p:spPr>
          <a:xfrm>
            <a:off x="274320" y="1316093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9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12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9"/>
            <a:ext cx="457200" cy="246888"/>
          </a:xfrm>
          <a:prstGeom prst="rect">
            <a:avLst/>
          </a:prstGeom>
        </p:spPr>
        <p:txBody>
          <a:bodyPr vert="horz" wrap="square" lIns="91440" tIns="45720" rIns="91440" bIns="45720" rtlCol="0" anchor="b"/>
          <a:lstStyle>
            <a:lvl1pPr algn="ctr" latinLnBrk="0">
              <a:spcBef>
                <a:spcPts val="600"/>
              </a:spcBef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9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9"/>
            <a:ext cx="457200" cy="246888"/>
          </a:xfrm>
          <a:prstGeom prst="rect">
            <a:avLst/>
          </a:prstGeom>
        </p:spPr>
        <p:txBody>
          <a:bodyPr vert="horz" wrap="square" lIns="91440" tIns="45720" rIns="91440" bIns="45720" rtlCol="0" anchor="b"/>
          <a:lstStyle>
            <a:lvl1pPr algn="ctr" latinLnBrk="0">
              <a:spcBef>
                <a:spcPts val="600"/>
              </a:spcBef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1881056"/>
            <a:ext cx="14081760" cy="5577841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9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9"/>
            <a:ext cx="457200" cy="246888"/>
          </a:xfrm>
          <a:prstGeom prst="rect">
            <a:avLst/>
          </a:prstGeom>
        </p:spPr>
        <p:txBody>
          <a:bodyPr vert="horz" wrap="square" lIns="91440" tIns="45720" rIns="91440" bIns="45720" rtlCol="0" anchor="b"/>
          <a:lstStyle>
            <a:lvl1pPr algn="ctr" latinLnBrk="0">
              <a:spcBef>
                <a:spcPts val="600"/>
              </a:spcBef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2338256"/>
            <a:ext cx="1408176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1881056"/>
            <a:ext cx="1408176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11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274320" y="2246816"/>
            <a:ext cx="1408176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9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12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9"/>
            <a:ext cx="457200" cy="246888"/>
          </a:xfrm>
          <a:prstGeom prst="rect">
            <a:avLst/>
          </a:prstGeom>
        </p:spPr>
        <p:txBody>
          <a:bodyPr vert="horz" wrap="square" lIns="91440" tIns="45720" rIns="91440" bIns="45720" rtlCol="0" anchor="b"/>
          <a:lstStyle>
            <a:lvl1pPr algn="ctr" latinLnBrk="0">
              <a:spcBef>
                <a:spcPts val="600"/>
              </a:spcBef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2338256"/>
            <a:ext cx="685800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1881056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7498080" y="2338256"/>
            <a:ext cx="685800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7498080" y="1881056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22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274320" y="2246816"/>
            <a:ext cx="6858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7498080" y="2246816"/>
            <a:ext cx="6858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9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9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9"/>
            <a:ext cx="457200" cy="246888"/>
          </a:xfrm>
          <a:prstGeom prst="rect">
            <a:avLst/>
          </a:prstGeom>
        </p:spPr>
        <p:txBody>
          <a:bodyPr vert="horz" wrap="square" lIns="91440" tIns="45720" rIns="91440" bIns="45720" rtlCol="0" anchor="b"/>
          <a:lstStyle>
            <a:lvl1pPr algn="ctr" latinLnBrk="0">
              <a:spcBef>
                <a:spcPts val="600"/>
              </a:spcBef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x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2338256"/>
            <a:ext cx="457200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1881056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029200" y="2338256"/>
            <a:ext cx="457200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5029200" y="1881056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9784080" y="2338256"/>
            <a:ext cx="457200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9784080" y="1881056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22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9784080" y="2246816"/>
            <a:ext cx="4572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274320" y="2246816"/>
            <a:ext cx="4572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5029200" y="2246816"/>
            <a:ext cx="4572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9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12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9"/>
            <a:ext cx="457200" cy="246888"/>
          </a:xfrm>
          <a:prstGeom prst="rect">
            <a:avLst/>
          </a:prstGeom>
        </p:spPr>
        <p:txBody>
          <a:bodyPr vert="horz" wrap="square" lIns="91440" tIns="45720" rIns="91440" bIns="45720" rtlCol="0" anchor="b"/>
          <a:lstStyle>
            <a:lvl1pPr algn="ctr" latinLnBrk="0">
              <a:spcBef>
                <a:spcPts val="600"/>
              </a:spcBef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2338256"/>
            <a:ext cx="338328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188105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3840480" y="2338256"/>
            <a:ext cx="338328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3840480" y="188105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7406640" y="2338256"/>
            <a:ext cx="338328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7406640" y="188105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10972800" y="2338256"/>
            <a:ext cx="338328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10972800" y="188105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10972800" y="224681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7406640" y="224681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3840480" y="224681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1" name="Text Placeholder 17"/>
          <p:cNvSpPr>
            <a:spLocks noGrp="1"/>
          </p:cNvSpPr>
          <p:nvPr>
            <p:ph type="body" sz="quarter" idx="31" hasCustomPrompt="1"/>
          </p:nvPr>
        </p:nvSpPr>
        <p:spPr>
          <a:xfrm>
            <a:off x="274320" y="224681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9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12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9"/>
            <a:ext cx="457200" cy="246888"/>
          </a:xfrm>
          <a:prstGeom prst="rect">
            <a:avLst/>
          </a:prstGeom>
        </p:spPr>
        <p:txBody>
          <a:bodyPr vert="horz" wrap="square" lIns="91440" tIns="45720" rIns="91440" bIns="45720" rtlCol="0" anchor="b"/>
          <a:lstStyle>
            <a:lvl1pPr algn="ctr" latinLnBrk="0">
              <a:spcBef>
                <a:spcPts val="600"/>
              </a:spcBef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x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2338256"/>
            <a:ext cx="274320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188105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3108960" y="2338256"/>
            <a:ext cx="274320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3108960" y="188105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5943600" y="2338256"/>
            <a:ext cx="274320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943600" y="188105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8778240" y="2338256"/>
            <a:ext cx="274320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8778240" y="188105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28" hasCustomPrompt="1"/>
          </p:nvPr>
        </p:nvSpPr>
        <p:spPr>
          <a:xfrm>
            <a:off x="11612880" y="2338256"/>
            <a:ext cx="274320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11612880" y="188105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31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31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11612880" y="2246816"/>
            <a:ext cx="2743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2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8778240" y="2246816"/>
            <a:ext cx="2743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33" hasCustomPrompt="1"/>
          </p:nvPr>
        </p:nvSpPr>
        <p:spPr>
          <a:xfrm>
            <a:off x="5943600" y="2246816"/>
            <a:ext cx="2743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4" name="Text Placeholder 17"/>
          <p:cNvSpPr>
            <a:spLocks noGrp="1"/>
          </p:cNvSpPr>
          <p:nvPr>
            <p:ph type="body" sz="quarter" idx="34" hasCustomPrompt="1"/>
          </p:nvPr>
        </p:nvSpPr>
        <p:spPr>
          <a:xfrm>
            <a:off x="3108960" y="2246816"/>
            <a:ext cx="2743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5" name="Text Placeholder 17"/>
          <p:cNvSpPr>
            <a:spLocks noGrp="1"/>
          </p:cNvSpPr>
          <p:nvPr>
            <p:ph type="body" sz="quarter" idx="35" hasCustomPrompt="1"/>
          </p:nvPr>
        </p:nvSpPr>
        <p:spPr>
          <a:xfrm>
            <a:off x="274320" y="2246816"/>
            <a:ext cx="2743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9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12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9"/>
            <a:ext cx="457200" cy="246888"/>
          </a:xfrm>
          <a:prstGeom prst="rect">
            <a:avLst/>
          </a:prstGeom>
        </p:spPr>
        <p:txBody>
          <a:bodyPr vert="horz" wrap="square" lIns="91440" tIns="45720" rIns="91440" bIns="45720" rtlCol="0" anchor="b"/>
          <a:lstStyle>
            <a:lvl1pPr algn="ctr" latinLnBrk="0">
              <a:spcBef>
                <a:spcPts val="600"/>
              </a:spcBef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2338256"/>
            <a:ext cx="68580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1881056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7498080" y="2338256"/>
            <a:ext cx="68580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7498080" y="1881056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44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274320" y="5264336"/>
            <a:ext cx="68580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274320" y="4807136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47" name="Text Placeholder 5"/>
          <p:cNvSpPr>
            <a:spLocks noGrp="1"/>
          </p:cNvSpPr>
          <p:nvPr>
            <p:ph type="body" sz="quarter" idx="26" hasCustomPrompt="1"/>
          </p:nvPr>
        </p:nvSpPr>
        <p:spPr>
          <a:xfrm>
            <a:off x="7498080" y="5264336"/>
            <a:ext cx="68580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9" name="Text Placeholder 5"/>
          <p:cNvSpPr>
            <a:spLocks noGrp="1"/>
          </p:cNvSpPr>
          <p:nvPr>
            <p:ph type="body" sz="quarter" idx="28" hasCustomPrompt="1"/>
          </p:nvPr>
        </p:nvSpPr>
        <p:spPr>
          <a:xfrm>
            <a:off x="7498080" y="4807136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29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274320" y="5172896"/>
            <a:ext cx="6858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5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7498080" y="5172896"/>
            <a:ext cx="6858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31" hasCustomPrompt="1"/>
          </p:nvPr>
        </p:nvSpPr>
        <p:spPr>
          <a:xfrm>
            <a:off x="274320" y="2246816"/>
            <a:ext cx="6858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7498080" y="2246816"/>
            <a:ext cx="6858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9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9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9"/>
            <a:ext cx="457200" cy="246888"/>
          </a:xfrm>
          <a:prstGeom prst="rect">
            <a:avLst/>
          </a:prstGeom>
        </p:spPr>
        <p:txBody>
          <a:bodyPr vert="horz" wrap="square" lIns="91440" tIns="45720" rIns="91440" bIns="45720" rtlCol="0" anchor="b"/>
          <a:lstStyle>
            <a:lvl1pPr algn="ctr" latinLnBrk="0">
              <a:spcBef>
                <a:spcPts val="600"/>
              </a:spcBef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2338256"/>
            <a:ext cx="45720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1881056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029200" y="2338256"/>
            <a:ext cx="45720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5029200" y="1881056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9784080" y="2338256"/>
            <a:ext cx="45720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9784080" y="1881056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6" hasCustomPrompt="1"/>
          </p:nvPr>
        </p:nvSpPr>
        <p:spPr>
          <a:xfrm>
            <a:off x="274320" y="5267854"/>
            <a:ext cx="45720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8" hasCustomPrompt="1"/>
          </p:nvPr>
        </p:nvSpPr>
        <p:spPr>
          <a:xfrm>
            <a:off x="274320" y="4810654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30" name="Text Placeholder 5"/>
          <p:cNvSpPr>
            <a:spLocks noGrp="1"/>
          </p:cNvSpPr>
          <p:nvPr>
            <p:ph type="body" sz="quarter" idx="29" hasCustomPrompt="1"/>
          </p:nvPr>
        </p:nvSpPr>
        <p:spPr>
          <a:xfrm>
            <a:off x="5029200" y="5267854"/>
            <a:ext cx="45720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5029200" y="4810654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2" hasCustomPrompt="1"/>
          </p:nvPr>
        </p:nvSpPr>
        <p:spPr>
          <a:xfrm>
            <a:off x="9784080" y="5267854"/>
            <a:ext cx="45720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9784080" y="4810654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35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39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9784080" y="5176414"/>
            <a:ext cx="4572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36" hasCustomPrompt="1"/>
          </p:nvPr>
        </p:nvSpPr>
        <p:spPr>
          <a:xfrm>
            <a:off x="274320" y="5176414"/>
            <a:ext cx="4572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1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5029200" y="5176414"/>
            <a:ext cx="4572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2" name="Text Placeholder 17"/>
          <p:cNvSpPr>
            <a:spLocks noGrp="1"/>
          </p:cNvSpPr>
          <p:nvPr>
            <p:ph type="body" sz="quarter" idx="37" hasCustomPrompt="1"/>
          </p:nvPr>
        </p:nvSpPr>
        <p:spPr>
          <a:xfrm>
            <a:off x="9784080" y="2246816"/>
            <a:ext cx="4572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3" name="Text Placeholder 17"/>
          <p:cNvSpPr>
            <a:spLocks noGrp="1"/>
          </p:cNvSpPr>
          <p:nvPr>
            <p:ph type="body" sz="quarter" idx="38" hasCustomPrompt="1"/>
          </p:nvPr>
        </p:nvSpPr>
        <p:spPr>
          <a:xfrm>
            <a:off x="274320" y="2246816"/>
            <a:ext cx="4572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4" name="Text Placeholder 17"/>
          <p:cNvSpPr>
            <a:spLocks noGrp="1"/>
          </p:cNvSpPr>
          <p:nvPr>
            <p:ph type="body" sz="quarter" idx="39" hasCustomPrompt="1"/>
          </p:nvPr>
        </p:nvSpPr>
        <p:spPr>
          <a:xfrm>
            <a:off x="5029200" y="2246816"/>
            <a:ext cx="4572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9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12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9"/>
            <a:ext cx="457200" cy="246888"/>
          </a:xfrm>
          <a:prstGeom prst="rect">
            <a:avLst/>
          </a:prstGeom>
        </p:spPr>
        <p:txBody>
          <a:bodyPr vert="horz" wrap="square" lIns="91440" tIns="45720" rIns="91440" bIns="45720" rtlCol="0" anchor="b"/>
          <a:lstStyle>
            <a:lvl1pPr algn="ctr" latinLnBrk="0">
              <a:spcBef>
                <a:spcPts val="600"/>
              </a:spcBef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2338256"/>
            <a:ext cx="338328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188105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7406640" y="2338256"/>
            <a:ext cx="338328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7406640" y="188105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28" hasCustomPrompt="1"/>
          </p:nvPr>
        </p:nvSpPr>
        <p:spPr>
          <a:xfrm>
            <a:off x="3840480" y="2338256"/>
            <a:ext cx="338328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3840480" y="188105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972800" y="2338256"/>
            <a:ext cx="338328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33" hasCustomPrompt="1"/>
          </p:nvPr>
        </p:nvSpPr>
        <p:spPr>
          <a:xfrm>
            <a:off x="10972800" y="188105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274320" y="5264336"/>
            <a:ext cx="338328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6" hasCustomPrompt="1"/>
          </p:nvPr>
        </p:nvSpPr>
        <p:spPr>
          <a:xfrm>
            <a:off x="274320" y="480713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7" hasCustomPrompt="1"/>
          </p:nvPr>
        </p:nvSpPr>
        <p:spPr>
          <a:xfrm>
            <a:off x="7406640" y="5264336"/>
            <a:ext cx="338328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9" hasCustomPrompt="1"/>
          </p:nvPr>
        </p:nvSpPr>
        <p:spPr>
          <a:xfrm>
            <a:off x="7406640" y="480713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40" hasCustomPrompt="1"/>
          </p:nvPr>
        </p:nvSpPr>
        <p:spPr>
          <a:xfrm>
            <a:off x="3840480" y="5264336"/>
            <a:ext cx="338328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1" name="Text Placeholder 5"/>
          <p:cNvSpPr>
            <a:spLocks noGrp="1"/>
          </p:cNvSpPr>
          <p:nvPr>
            <p:ph type="body" sz="quarter" idx="42" hasCustomPrompt="1"/>
          </p:nvPr>
        </p:nvSpPr>
        <p:spPr>
          <a:xfrm>
            <a:off x="3840480" y="480713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42" name="Text Placeholder 5"/>
          <p:cNvSpPr>
            <a:spLocks noGrp="1"/>
          </p:cNvSpPr>
          <p:nvPr>
            <p:ph type="body" sz="quarter" idx="43" hasCustomPrompt="1"/>
          </p:nvPr>
        </p:nvSpPr>
        <p:spPr>
          <a:xfrm>
            <a:off x="10972800" y="5264336"/>
            <a:ext cx="338328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4" name="Text Placeholder 5"/>
          <p:cNvSpPr>
            <a:spLocks noGrp="1"/>
          </p:cNvSpPr>
          <p:nvPr>
            <p:ph type="body" sz="quarter" idx="45" hasCustomPrompt="1"/>
          </p:nvPr>
        </p:nvSpPr>
        <p:spPr>
          <a:xfrm>
            <a:off x="10972800" y="480713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46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10972800" y="517289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7406640" y="517289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47" hasCustomPrompt="1"/>
          </p:nvPr>
        </p:nvSpPr>
        <p:spPr>
          <a:xfrm>
            <a:off x="3840480" y="517289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48" hasCustomPrompt="1"/>
          </p:nvPr>
        </p:nvSpPr>
        <p:spPr>
          <a:xfrm>
            <a:off x="274320" y="517289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49" hasCustomPrompt="1"/>
          </p:nvPr>
        </p:nvSpPr>
        <p:spPr>
          <a:xfrm>
            <a:off x="10972800" y="224681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1" name="Text Placeholder 17"/>
          <p:cNvSpPr>
            <a:spLocks noGrp="1"/>
          </p:cNvSpPr>
          <p:nvPr>
            <p:ph type="body" sz="quarter" idx="50" hasCustomPrompt="1"/>
          </p:nvPr>
        </p:nvSpPr>
        <p:spPr>
          <a:xfrm>
            <a:off x="7406640" y="224681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51" hasCustomPrompt="1"/>
          </p:nvPr>
        </p:nvSpPr>
        <p:spPr>
          <a:xfrm>
            <a:off x="3840480" y="224681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52" hasCustomPrompt="1"/>
          </p:nvPr>
        </p:nvSpPr>
        <p:spPr>
          <a:xfrm>
            <a:off x="274320" y="224681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9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9"/>
            <a:ext cx="457200" cy="246888"/>
          </a:xfrm>
          <a:prstGeom prst="rect">
            <a:avLst/>
          </a:prstGeom>
        </p:spPr>
        <p:txBody>
          <a:bodyPr vert="horz" wrap="square" lIns="91440" tIns="45720" rIns="91440" bIns="45720" rtlCol="0" anchor="b"/>
          <a:lstStyle>
            <a:lvl1pPr algn="ctr" latinLnBrk="0">
              <a:spcBef>
                <a:spcPts val="600"/>
              </a:spcBef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2338256"/>
            <a:ext cx="27432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188105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3108960" y="2338256"/>
            <a:ext cx="27432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3108960" y="188105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5943600" y="2338256"/>
            <a:ext cx="27432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943600" y="188105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8778240" y="2338256"/>
            <a:ext cx="27432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8778240" y="188105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28" hasCustomPrompt="1"/>
          </p:nvPr>
        </p:nvSpPr>
        <p:spPr>
          <a:xfrm>
            <a:off x="11612880" y="2338256"/>
            <a:ext cx="27432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11612880" y="188105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39" name="Text Placeholder 5"/>
          <p:cNvSpPr>
            <a:spLocks noGrp="1"/>
          </p:cNvSpPr>
          <p:nvPr>
            <p:ph type="body" sz="quarter" idx="32" hasCustomPrompt="1"/>
          </p:nvPr>
        </p:nvSpPr>
        <p:spPr>
          <a:xfrm>
            <a:off x="274320" y="5264336"/>
            <a:ext cx="27432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</p:txBody>
      </p:sp>
      <p:sp>
        <p:nvSpPr>
          <p:cNvPr id="4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274320" y="480713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42" name="Text Placeholder 5"/>
          <p:cNvSpPr>
            <a:spLocks noGrp="1"/>
          </p:cNvSpPr>
          <p:nvPr>
            <p:ph type="body" sz="quarter" idx="35" hasCustomPrompt="1"/>
          </p:nvPr>
        </p:nvSpPr>
        <p:spPr>
          <a:xfrm>
            <a:off x="3108960" y="5264336"/>
            <a:ext cx="27432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</p:txBody>
      </p:sp>
      <p:sp>
        <p:nvSpPr>
          <p:cNvPr id="44" name="Text Placeholder 5"/>
          <p:cNvSpPr>
            <a:spLocks noGrp="1"/>
          </p:cNvSpPr>
          <p:nvPr>
            <p:ph type="body" sz="quarter" idx="37" hasCustomPrompt="1"/>
          </p:nvPr>
        </p:nvSpPr>
        <p:spPr>
          <a:xfrm>
            <a:off x="3108960" y="480713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45" name="Text Placeholder 5"/>
          <p:cNvSpPr>
            <a:spLocks noGrp="1"/>
          </p:cNvSpPr>
          <p:nvPr>
            <p:ph type="body" sz="quarter" idx="38" hasCustomPrompt="1"/>
          </p:nvPr>
        </p:nvSpPr>
        <p:spPr>
          <a:xfrm>
            <a:off x="5943600" y="5264336"/>
            <a:ext cx="27432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</p:txBody>
      </p:sp>
      <p:sp>
        <p:nvSpPr>
          <p:cNvPr id="47" name="Text Placeholder 5"/>
          <p:cNvSpPr>
            <a:spLocks noGrp="1"/>
          </p:cNvSpPr>
          <p:nvPr>
            <p:ph type="body" sz="quarter" idx="40" hasCustomPrompt="1"/>
          </p:nvPr>
        </p:nvSpPr>
        <p:spPr>
          <a:xfrm>
            <a:off x="5943600" y="480713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48" name="Text Placeholder 5"/>
          <p:cNvSpPr>
            <a:spLocks noGrp="1"/>
          </p:cNvSpPr>
          <p:nvPr>
            <p:ph type="body" sz="quarter" idx="41" hasCustomPrompt="1"/>
          </p:nvPr>
        </p:nvSpPr>
        <p:spPr>
          <a:xfrm>
            <a:off x="8778240" y="5264336"/>
            <a:ext cx="27432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</p:txBody>
      </p:sp>
      <p:sp>
        <p:nvSpPr>
          <p:cNvPr id="50" name="Text Placeholder 5"/>
          <p:cNvSpPr>
            <a:spLocks noGrp="1"/>
          </p:cNvSpPr>
          <p:nvPr>
            <p:ph type="body" sz="quarter" idx="43" hasCustomPrompt="1"/>
          </p:nvPr>
        </p:nvSpPr>
        <p:spPr>
          <a:xfrm>
            <a:off x="8778240" y="480713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51" name="Text Placeholder 5"/>
          <p:cNvSpPr>
            <a:spLocks noGrp="1"/>
          </p:cNvSpPr>
          <p:nvPr>
            <p:ph type="body" sz="quarter" idx="44" hasCustomPrompt="1"/>
          </p:nvPr>
        </p:nvSpPr>
        <p:spPr>
          <a:xfrm>
            <a:off x="11612880" y="5264336"/>
            <a:ext cx="27432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</p:txBody>
      </p:sp>
      <p:sp>
        <p:nvSpPr>
          <p:cNvPr id="53" name="Text Placeholder 5"/>
          <p:cNvSpPr>
            <a:spLocks noGrp="1"/>
          </p:cNvSpPr>
          <p:nvPr>
            <p:ph type="body" sz="quarter" idx="46" hasCustomPrompt="1"/>
          </p:nvPr>
        </p:nvSpPr>
        <p:spPr>
          <a:xfrm>
            <a:off x="11612880" y="480713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47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11612880" y="5172896"/>
            <a:ext cx="2743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7" name="Text Placeholder 17"/>
          <p:cNvSpPr>
            <a:spLocks noGrp="1"/>
          </p:cNvSpPr>
          <p:nvPr>
            <p:ph type="body" sz="quarter" idx="48" hasCustomPrompt="1"/>
          </p:nvPr>
        </p:nvSpPr>
        <p:spPr>
          <a:xfrm>
            <a:off x="8778240" y="5172896"/>
            <a:ext cx="2743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8" name="Text Placeholder 17"/>
          <p:cNvSpPr>
            <a:spLocks noGrp="1"/>
          </p:cNvSpPr>
          <p:nvPr>
            <p:ph type="body" sz="quarter" idx="33" hasCustomPrompt="1"/>
          </p:nvPr>
        </p:nvSpPr>
        <p:spPr>
          <a:xfrm>
            <a:off x="5943600" y="5172896"/>
            <a:ext cx="2743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9" name="Text Placeholder 17"/>
          <p:cNvSpPr>
            <a:spLocks noGrp="1"/>
          </p:cNvSpPr>
          <p:nvPr>
            <p:ph type="body" sz="quarter" idx="49" hasCustomPrompt="1"/>
          </p:nvPr>
        </p:nvSpPr>
        <p:spPr>
          <a:xfrm>
            <a:off x="3108960" y="5172896"/>
            <a:ext cx="2743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50" hasCustomPrompt="1"/>
          </p:nvPr>
        </p:nvSpPr>
        <p:spPr>
          <a:xfrm>
            <a:off x="274320" y="5172896"/>
            <a:ext cx="2743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51" hasCustomPrompt="1"/>
          </p:nvPr>
        </p:nvSpPr>
        <p:spPr>
          <a:xfrm>
            <a:off x="11612880" y="2246816"/>
            <a:ext cx="2743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52" hasCustomPrompt="1"/>
          </p:nvPr>
        </p:nvSpPr>
        <p:spPr>
          <a:xfrm>
            <a:off x="8778240" y="2246816"/>
            <a:ext cx="2743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53" hasCustomPrompt="1"/>
          </p:nvPr>
        </p:nvSpPr>
        <p:spPr>
          <a:xfrm>
            <a:off x="5943600" y="2246816"/>
            <a:ext cx="2743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54" hasCustomPrompt="1"/>
          </p:nvPr>
        </p:nvSpPr>
        <p:spPr>
          <a:xfrm>
            <a:off x="3108960" y="2246816"/>
            <a:ext cx="2743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55" hasCustomPrompt="1"/>
          </p:nvPr>
        </p:nvSpPr>
        <p:spPr>
          <a:xfrm>
            <a:off x="274320" y="2246816"/>
            <a:ext cx="2743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9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12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9"/>
            <a:ext cx="457200" cy="246888"/>
          </a:xfrm>
          <a:prstGeom prst="rect">
            <a:avLst/>
          </a:prstGeom>
        </p:spPr>
        <p:txBody>
          <a:bodyPr vert="horz" wrap="square" lIns="91440" tIns="45720" rIns="91440" bIns="45720" rtlCol="0" anchor="b"/>
          <a:lstStyle>
            <a:lvl1pPr algn="ctr" latinLnBrk="0">
              <a:spcBef>
                <a:spcPts val="600"/>
              </a:spcBef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x 2 *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2338256"/>
            <a:ext cx="685800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1881056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7498080" y="2338256"/>
            <a:ext cx="685800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7498080" y="1881056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5" name="Inhaltsplatzhalter 8"/>
          <p:cNvSpPr>
            <a:spLocks noGrp="1"/>
          </p:cNvSpPr>
          <p:nvPr>
            <p:ph sz="quarter" idx="36"/>
          </p:nvPr>
        </p:nvSpPr>
        <p:spPr>
          <a:xfrm rot="16200000">
            <a:off x="6766560" y="4788850"/>
            <a:ext cx="1097280" cy="219456"/>
          </a:xfrm>
          <a:prstGeom prst="flowChartMerge">
            <a:avLst/>
          </a:prstGeom>
          <a:solidFill>
            <a:schemeClr val="tx2"/>
          </a:solidFill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1000" b="1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272415" indent="0" algn="ctr">
              <a:buNone/>
              <a:defRPr sz="1920"/>
            </a:lvl2pPr>
            <a:lvl3pPr marL="575310" indent="0" algn="ctr">
              <a:buNone/>
              <a:defRPr sz="1920"/>
            </a:lvl3pPr>
            <a:lvl4pPr marL="851535" indent="0" algn="ctr">
              <a:buNone/>
              <a:defRPr sz="1920"/>
            </a:lvl4pPr>
            <a:lvl5pPr marL="1127760" indent="0" algn="ctr">
              <a:buNone/>
              <a:defRPr sz="1920"/>
            </a:lvl5pPr>
          </a:lstStyle>
          <a:p>
            <a:pPr lvl="0"/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 flipH="1">
            <a:off x="7205471" y="2338256"/>
            <a:ext cx="0" cy="5120640"/>
          </a:xfrm>
          <a:prstGeom prst="line">
            <a:avLst/>
          </a:prstGeom>
          <a:ln>
            <a:solidFill>
              <a:schemeClr val="tx2"/>
            </a:solidFill>
          </a:ln>
        </p:spPr>
      </p:cxnSp>
      <p:sp>
        <p:nvSpPr>
          <p:cNvPr id="16" name="Text Placeholder 3"/>
          <p:cNvSpPr>
            <a:spLocks noGrp="1"/>
          </p:cNvSpPr>
          <p:nvPr>
            <p:ph type="body" sz="quarter" idx="37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274320" y="2246816"/>
            <a:ext cx="6858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7498080" y="2246816"/>
            <a:ext cx="6858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9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12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9"/>
            <a:ext cx="457200" cy="246888"/>
          </a:xfrm>
          <a:prstGeom prst="rect">
            <a:avLst/>
          </a:prstGeom>
        </p:spPr>
        <p:txBody>
          <a:bodyPr vert="horz" wrap="square" lIns="91440" tIns="45720" rIns="91440" bIns="45720" rtlCol="0" anchor="b"/>
          <a:lstStyle>
            <a:lvl1pPr algn="ctr" latinLnBrk="0">
              <a:spcBef>
                <a:spcPts val="600"/>
              </a:spcBef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x 3*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2338256"/>
            <a:ext cx="338328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188105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3840480" y="2338256"/>
            <a:ext cx="694944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3840480" y="1881056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10972800" y="2338256"/>
            <a:ext cx="338328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10972800" y="188105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10972800" y="224681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3840480" y="2246816"/>
            <a:ext cx="694944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1" name="Text Placeholder 17"/>
          <p:cNvSpPr>
            <a:spLocks noGrp="1"/>
          </p:cNvSpPr>
          <p:nvPr>
            <p:ph type="body" sz="quarter" idx="31" hasCustomPrompt="1"/>
          </p:nvPr>
        </p:nvSpPr>
        <p:spPr>
          <a:xfrm>
            <a:off x="274320" y="224681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9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7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9"/>
            <a:ext cx="457200" cy="246888"/>
          </a:xfrm>
          <a:prstGeom prst="rect">
            <a:avLst/>
          </a:prstGeom>
        </p:spPr>
        <p:txBody>
          <a:bodyPr vert="horz" wrap="square" lIns="91440" tIns="45720" rIns="91440" bIns="45720" rtlCol="0" anchor="b"/>
          <a:lstStyle>
            <a:lvl1pPr algn="ctr" latinLnBrk="0">
              <a:spcBef>
                <a:spcPts val="600"/>
              </a:spcBef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x 4*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2338256"/>
            <a:ext cx="338328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188105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3840480" y="2338256"/>
            <a:ext cx="338328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3840480" y="188105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7406640" y="2338256"/>
            <a:ext cx="493776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7406640" y="1881056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12527280" y="2338256"/>
            <a:ext cx="182880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821055" indent="0">
              <a:lnSpc>
                <a:spcPct val="100000"/>
              </a:lnSpc>
              <a:spcBef>
                <a:spcPts val="600"/>
              </a:spcBef>
              <a:buNone/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12527280" y="1881056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12527280" y="2246816"/>
            <a:ext cx="18288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7406640" y="2246816"/>
            <a:ext cx="493776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3840480" y="224681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1" name="Text Placeholder 17"/>
          <p:cNvSpPr>
            <a:spLocks noGrp="1"/>
          </p:cNvSpPr>
          <p:nvPr>
            <p:ph type="body" sz="quarter" idx="31" hasCustomPrompt="1"/>
          </p:nvPr>
        </p:nvSpPr>
        <p:spPr>
          <a:xfrm>
            <a:off x="274320" y="224681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9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12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9"/>
            <a:ext cx="457200" cy="246888"/>
          </a:xfrm>
          <a:prstGeom prst="rect">
            <a:avLst/>
          </a:prstGeom>
        </p:spPr>
        <p:txBody>
          <a:bodyPr vert="horz" wrap="square" lIns="91440" tIns="45720" rIns="91440" bIns="45720" rtlCol="0" anchor="b"/>
          <a:lstStyle>
            <a:lvl1pPr algn="ctr" latinLnBrk="0">
              <a:spcBef>
                <a:spcPts val="600"/>
              </a:spcBef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2 *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3383280" y="1881056"/>
            <a:ext cx="10972800" cy="26517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1881056"/>
            <a:ext cx="2560320" cy="26517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3388114" y="4807136"/>
            <a:ext cx="10972800" cy="26517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279154" y="4807136"/>
            <a:ext cx="2560320" cy="26517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9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4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9"/>
            <a:ext cx="457200" cy="246888"/>
          </a:xfrm>
          <a:prstGeom prst="rect">
            <a:avLst/>
          </a:prstGeom>
        </p:spPr>
        <p:txBody>
          <a:bodyPr vert="horz" wrap="square" lIns="91440" tIns="45720" rIns="91440" bIns="45720" rtlCol="0" anchor="b"/>
          <a:lstStyle>
            <a:lvl1pPr algn="ctr" latinLnBrk="0">
              <a:spcBef>
                <a:spcPts val="600"/>
              </a:spcBef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2 *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3383280" y="1881056"/>
            <a:ext cx="10972800" cy="17373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1881056"/>
            <a:ext cx="2560320" cy="1737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3" name="Text Placeholder 5"/>
          <p:cNvSpPr>
            <a:spLocks noGrp="1"/>
          </p:cNvSpPr>
          <p:nvPr>
            <p:ph type="body" sz="quarter" idx="32" hasCustomPrompt="1"/>
          </p:nvPr>
        </p:nvSpPr>
        <p:spPr>
          <a:xfrm>
            <a:off x="3383280" y="3801296"/>
            <a:ext cx="10972800" cy="17373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33" hasCustomPrompt="1"/>
          </p:nvPr>
        </p:nvSpPr>
        <p:spPr>
          <a:xfrm>
            <a:off x="274320" y="3801296"/>
            <a:ext cx="2560320" cy="1737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3383280" y="5721536"/>
            <a:ext cx="10972800" cy="17373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35" hasCustomPrompt="1"/>
          </p:nvPr>
        </p:nvSpPr>
        <p:spPr>
          <a:xfrm>
            <a:off x="274320" y="5721536"/>
            <a:ext cx="2560320" cy="1737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36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9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9"/>
            <a:ext cx="457200" cy="246888"/>
          </a:xfrm>
          <a:prstGeom prst="rect">
            <a:avLst/>
          </a:prstGeom>
        </p:spPr>
        <p:txBody>
          <a:bodyPr vert="horz" wrap="square" lIns="91440" tIns="45720" rIns="91440" bIns="45720" rtlCol="0" anchor="b"/>
          <a:lstStyle>
            <a:lvl1pPr algn="ctr" latinLnBrk="0">
              <a:spcBef>
                <a:spcPts val="600"/>
              </a:spcBef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x 2 *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3383280" y="1881056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 algn="l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 algn="l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 algn="l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 algn="l">
              <a:lnSpc>
                <a:spcPct val="100000"/>
              </a:lnSpc>
              <a:spcBef>
                <a:spcPts val="600"/>
              </a:spcBef>
              <a:defRPr lang="en-US" sz="1600" kern="1200" dirty="0">
                <a:solidFill>
                  <a:schemeClr val="tx1"/>
                </a:solidFill>
                <a:latin typeface="Muli" panose="02000503040000020004"/>
                <a:ea typeface="Source Sans Pro" panose="020B0503030403020204" pitchFamily="34" charset="0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1881056"/>
            <a:ext cx="2560320" cy="12801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3383280" y="4746176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 algn="l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 algn="l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 algn="l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 algn="l">
              <a:lnSpc>
                <a:spcPct val="100000"/>
              </a:lnSpc>
              <a:spcBef>
                <a:spcPts val="600"/>
              </a:spcBef>
              <a:defRPr lang="en-US" sz="1600" kern="1200" dirty="0">
                <a:solidFill>
                  <a:schemeClr val="tx1"/>
                </a:solidFill>
                <a:latin typeface="Muli" panose="02000503040000020004"/>
                <a:ea typeface="Source Sans Pro" panose="020B0503030403020204" pitchFamily="34" charset="0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274320" y="4746176"/>
            <a:ext cx="2560320" cy="12801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3383280" y="3313616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 algn="l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 algn="l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 algn="l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 algn="l">
              <a:lnSpc>
                <a:spcPct val="100000"/>
              </a:lnSpc>
              <a:spcBef>
                <a:spcPts val="600"/>
              </a:spcBef>
              <a:defRPr lang="en-US" sz="1600" kern="1200" dirty="0">
                <a:solidFill>
                  <a:schemeClr val="tx1"/>
                </a:solidFill>
                <a:latin typeface="Muli" panose="02000503040000020004"/>
                <a:ea typeface="Source Sans Pro" panose="020B0503030403020204" pitchFamily="34" charset="0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</p:txBody>
      </p:sp>
      <p:sp>
        <p:nvSpPr>
          <p:cNvPr id="3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274320" y="3313616"/>
            <a:ext cx="2560320" cy="12801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3383280" y="6178736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 algn="l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48640" indent="-274320" algn="l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822960" indent="-274320" algn="l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097280" indent="-276225" algn="l">
              <a:lnSpc>
                <a:spcPct val="100000"/>
              </a:lnSpc>
              <a:spcBef>
                <a:spcPts val="600"/>
              </a:spcBef>
              <a:defRPr lang="en-US" sz="1600" kern="1200" dirty="0">
                <a:solidFill>
                  <a:schemeClr val="tx1"/>
                </a:solidFill>
                <a:latin typeface="Muli" panose="02000503040000020004"/>
                <a:ea typeface="Source Sans Pro" panose="020B0503030403020204" pitchFamily="34" charset="0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274320" y="6178736"/>
            <a:ext cx="2560320" cy="12801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9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12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9"/>
            <a:ext cx="457200" cy="246888"/>
          </a:xfrm>
          <a:prstGeom prst="rect">
            <a:avLst/>
          </a:prstGeom>
        </p:spPr>
        <p:txBody>
          <a:bodyPr vert="horz" wrap="square" lIns="91440" tIns="45720" rIns="91440" bIns="45720" rtlCol="0" anchor="b"/>
          <a:lstStyle>
            <a:lvl1pPr algn="ctr" latinLnBrk="0">
              <a:spcBef>
                <a:spcPts val="600"/>
              </a:spcBef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274320" y="270042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 anchorCtr="0">
            <a:noAutofit/>
          </a:bodyPr>
          <a:lstStyle>
            <a:lvl1pPr marL="411480" lvl="0" indent="-411480" defTabSz="1097280" latinLnBrk="0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3200" b="1" cap="all" baseline="0">
                <a:latin typeface="Muli" panose="02000503040000020004"/>
                <a:ea typeface="Source Sans Pro Light" panose="020B0403030403020204" pitchFamily="34" charset="0"/>
              </a:defRPr>
            </a:lvl1pPr>
          </a:lstStyle>
          <a:p>
            <a:pPr marL="0" lvl="0" indent="0" algn="l">
              <a:spcBef>
                <a:spcPts val="600"/>
              </a:spcBef>
            </a:pPr>
            <a:r>
              <a:rPr lang="en-US" sz="3200" baseline="0" dirty="0">
                <a:latin typeface="Arial" panose="020B0604020202020204" pitchFamily="34" charset="0"/>
                <a:ea typeface="黑体" panose="02010609060101010101" pitchFamily="49" charset="-122"/>
              </a:rPr>
              <a:t>Thank you &amp; Questions?</a:t>
            </a:r>
          </a:p>
        </p:txBody>
      </p:sp>
      <p:pic>
        <p:nvPicPr>
          <p:cNvPr id="2" name="Picture 1" descr="http://content.presentermedia.com/files/animsp/00012000/12009/balance_questions_md_wm.gif"/>
          <p:cNvPicPr>
            <a:picLocks noChangeAspect="1" noChangeArrowheads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6696" y="1828800"/>
            <a:ext cx="4059549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https://thetravelwallet.files.wordpress.com/2014/05/thank-you.png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6" t="11044" r="8368" b="10168"/>
          <a:stretch>
            <a:fillRect/>
          </a:stretch>
        </p:blipFill>
        <p:spPr bwMode="auto">
          <a:xfrm>
            <a:off x="6071493" y="1828800"/>
            <a:ext cx="6602211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1956696" y="5659755"/>
            <a:ext cx="4059549" cy="7410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4772286" y="5309235"/>
            <a:ext cx="914400" cy="7410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9"/>
            <a:ext cx="457200" cy="246888"/>
          </a:xfrm>
          <a:prstGeom prst="rect">
            <a:avLst/>
          </a:prstGeom>
        </p:spPr>
        <p:txBody>
          <a:bodyPr vert="horz" wrap="square" lIns="91440" tIns="45720" rIns="91440" bIns="45720" rtlCol="0" anchor="b"/>
          <a:lstStyle>
            <a:lvl1pPr algn="ctr" latinLnBrk="0">
              <a:spcBef>
                <a:spcPts val="600"/>
              </a:spcBef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flipV="1">
            <a:off x="1" y="0"/>
            <a:ext cx="14630398" cy="822960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latinLnBrk="0">
              <a:lnSpc>
                <a:spcPct val="100000"/>
              </a:lnSpc>
              <a:spcBef>
                <a:spcPts val="600"/>
              </a:spcBef>
            </a:pPr>
            <a:endParaRPr lang="en-US" sz="4610" kern="1200" baseline="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4" name="图片 3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492" y="3313478"/>
            <a:ext cx="2638901" cy="696058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7862275" y="3387187"/>
            <a:ext cx="5486400" cy="548640"/>
          </a:xfrm>
          <a:prstGeom prst="rect">
            <a:avLst/>
          </a:prstGeom>
        </p:spPr>
        <p:txBody>
          <a:bodyPr anchor="t"/>
          <a:lstStyle>
            <a:lvl1pPr defTabSz="685800" latinLnBrk="0">
              <a:lnSpc>
                <a:spcPct val="90000"/>
              </a:lnSpc>
              <a:spcBef>
                <a:spcPct val="0"/>
              </a:spcBef>
              <a:buNone/>
              <a:defRPr sz="2000">
                <a:solidFill>
                  <a:schemeClr val="bg1"/>
                </a:solidFill>
                <a:latin typeface="Muli" panose="02000503040000020004"/>
                <a:ea typeface="+mj-ea"/>
                <a:cs typeface="Muli" panose="02000503040000020004"/>
              </a:defRPr>
            </a:lvl1pPr>
          </a:lstStyle>
          <a:p>
            <a:pPr lvl="0" algn="l" latinLnBrk="0">
              <a:lnSpc>
                <a:spcPct val="100000"/>
              </a:lnSpc>
              <a:spcBef>
                <a:spcPts val="600"/>
              </a:spcBef>
            </a:pPr>
            <a:r>
              <a:rPr lang="en-US" sz="3200" baseline="0" dirty="0">
                <a:latin typeface="Arial" panose="020B0604020202020204" pitchFamily="34" charset="0"/>
                <a:ea typeface="黑体" panose="02010609060101010101" pitchFamily="49" charset="-122"/>
              </a:rPr>
              <a:t>THANK YOU!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rther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flipV="1">
            <a:off x="1" y="0"/>
            <a:ext cx="14630398" cy="822960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latinLnBrk="0">
              <a:lnSpc>
                <a:spcPct val="100000"/>
              </a:lnSpc>
              <a:spcBef>
                <a:spcPts val="600"/>
              </a:spcBef>
            </a:pPr>
            <a:endParaRPr lang="en-US" sz="4610" kern="1200" baseline="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4" name="图片 3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492" y="3313478"/>
            <a:ext cx="2638901" cy="696058"/>
          </a:xfrm>
          <a:prstGeom prst="rect">
            <a:avLst/>
          </a:prstGeom>
        </p:spPr>
      </p:pic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862275" y="4214827"/>
            <a:ext cx="5486400" cy="791698"/>
          </a:xfrm>
          <a:prstGeom prst="rect">
            <a:avLst/>
          </a:prstGeom>
        </p:spPr>
        <p:txBody>
          <a:bodyPr anchor="t"/>
          <a:lstStyle>
            <a:lvl1pPr marL="0" indent="0" algn="l" latinLnBrk="0">
              <a:lnSpc>
                <a:spcPct val="100000"/>
              </a:lnSpc>
              <a:spcBef>
                <a:spcPts val="600"/>
              </a:spcBef>
              <a:buNone/>
              <a:defRPr sz="2400" baseline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  <a:cs typeface="Muli" panose="02000503040000020004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your information 24 pt.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7862275" y="2969848"/>
            <a:ext cx="5486400" cy="548640"/>
          </a:xfrm>
          <a:prstGeom prst="rect">
            <a:avLst/>
          </a:prstGeom>
        </p:spPr>
        <p:txBody>
          <a:bodyPr anchor="t"/>
          <a:lstStyle>
            <a:lvl1pPr defTabSz="685800" latinLnBrk="0">
              <a:lnSpc>
                <a:spcPct val="90000"/>
              </a:lnSpc>
              <a:spcBef>
                <a:spcPct val="0"/>
              </a:spcBef>
              <a:buNone/>
              <a:defRPr sz="2000">
                <a:solidFill>
                  <a:schemeClr val="bg1"/>
                </a:solidFill>
                <a:latin typeface="Muli" panose="02000503040000020004"/>
                <a:ea typeface="+mj-ea"/>
                <a:cs typeface="Muli" panose="02000503040000020004"/>
              </a:defRPr>
            </a:lvl1pPr>
          </a:lstStyle>
          <a:p>
            <a:pPr lvl="0" algn="l" latinLnBrk="0">
              <a:lnSpc>
                <a:spcPct val="100000"/>
              </a:lnSpc>
              <a:spcBef>
                <a:spcPts val="600"/>
              </a:spcBef>
            </a:pPr>
            <a:r>
              <a:rPr lang="en-US" sz="3200" baseline="0" dirty="0">
                <a:latin typeface="Arial" panose="020B0604020202020204" pitchFamily="34" charset="0"/>
                <a:ea typeface="黑体" panose="02010609060101010101" pitchFamily="49" charset="-122"/>
              </a:rPr>
              <a:t>THANK YOU!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7862275" y="3756857"/>
            <a:ext cx="5486400" cy="457972"/>
          </a:xfrm>
          <a:prstGeom prst="rect">
            <a:avLst/>
          </a:prstGeom>
        </p:spPr>
        <p:txBody>
          <a:bodyPr anchor="t"/>
          <a:lstStyle>
            <a:lvl1pPr indent="0" defTabSz="685800" latinLnBrk="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  <a:latin typeface="Muli Light"/>
                <a:cs typeface="Muli Light"/>
              </a:defRPr>
            </a:lvl1pPr>
            <a:lvl2pPr indent="0" algn="ctr" defTabSz="685800" latinLnBrk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indent="0" algn="ctr" defTabSz="685800" latinLnBrk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indent="0" algn="ctr" defTabSz="685800" latinLnBrk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4pPr>
            <a:lvl5pPr indent="0" algn="ctr" defTabSz="685800" latinLnBrk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5pPr>
            <a:lvl6pPr indent="0" algn="ctr" defTabSz="685800" latinLnBrk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6pPr>
            <a:lvl7pPr indent="0" algn="ctr" defTabSz="685800" latinLnBrk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7pPr>
            <a:lvl8pPr indent="0" algn="ctr" defTabSz="685800" latinLnBrk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8pPr>
            <a:lvl9pPr indent="0" algn="ctr" defTabSz="685800" latinLnBrk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 latinLnBrk="0">
              <a:lnSpc>
                <a:spcPct val="100000"/>
              </a:lnSpc>
              <a:spcBef>
                <a:spcPts val="600"/>
              </a:spcBef>
            </a:pPr>
            <a:r>
              <a:rPr lang="en-US" sz="2400" baseline="0" dirty="0">
                <a:latin typeface="Arial" panose="020B0604020202020204" pitchFamily="34" charset="0"/>
                <a:ea typeface="黑体" panose="02010609060101010101" pitchFamily="49" charset="-122"/>
              </a:rPr>
              <a:t>For further information: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2345406" y="1590495"/>
            <a:ext cx="9939589" cy="560153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t">
            <a:spAutoFit/>
          </a:bodyPr>
          <a:lstStyle/>
          <a:p>
            <a:pPr algn="ctr">
              <a:spcBef>
                <a:spcPts val="1800"/>
              </a:spcBef>
            </a:pPr>
            <a:r>
              <a:rPr lang="en-US" sz="2800" b="1" baseline="0" dirty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Notes</a:t>
            </a:r>
          </a:p>
          <a:p>
            <a:pPr algn="ctr">
              <a:spcBef>
                <a:spcPts val="1800"/>
              </a:spcBef>
            </a:pPr>
            <a:r>
              <a:rPr lang="en-US" sz="2000" baseline="0" dirty="0">
                <a:solidFill>
                  <a:schemeClr val="tx2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This is an </a:t>
            </a:r>
            <a:r>
              <a:rPr lang="en-US" sz="2000" baseline="0" dirty="0">
                <a:solidFill>
                  <a:srgbClr val="00B050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unofficial</a:t>
            </a:r>
            <a:r>
              <a:rPr lang="en-US" sz="2000" baseline="0" dirty="0">
                <a:solidFill>
                  <a:schemeClr val="tx2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 template for students, faculties and staffs of </a:t>
            </a:r>
            <a:r>
              <a:rPr lang="en-US" sz="2000" baseline="0" dirty="0">
                <a:solidFill>
                  <a:srgbClr val="00B050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HKUST-GZ</a:t>
            </a:r>
            <a:r>
              <a:rPr lang="en-US" sz="2000" baseline="0" dirty="0">
                <a:solidFill>
                  <a:schemeClr val="tx2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.</a:t>
            </a:r>
            <a:br>
              <a:rPr lang="en-US" sz="2000" baseline="0" dirty="0">
                <a:solidFill>
                  <a:schemeClr val="tx2"/>
                </a:solidFill>
                <a:latin typeface="Muli" panose="02000503040000020004" pitchFamily="2" charset="0"/>
                <a:ea typeface="LiHei Pro" panose="020B0500000000000000" pitchFamily="50" charset="-128"/>
              </a:rPr>
            </a:br>
            <a:r>
              <a:rPr lang="en-US" sz="2000" baseline="0" dirty="0">
                <a:solidFill>
                  <a:schemeClr val="tx2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Please feel free to use &amp; share for </a:t>
            </a:r>
            <a:r>
              <a:rPr lang="en-US" sz="2000" baseline="0" dirty="0">
                <a:solidFill>
                  <a:srgbClr val="00B050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non-commercial</a:t>
            </a:r>
            <a:r>
              <a:rPr lang="en-US" sz="2000" baseline="0" dirty="0">
                <a:solidFill>
                  <a:schemeClr val="tx2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 purposes.</a:t>
            </a:r>
          </a:p>
          <a:p>
            <a:pPr algn="ctr">
              <a:spcBef>
                <a:spcPts val="1800"/>
              </a:spcBef>
            </a:pPr>
            <a:r>
              <a:rPr lang="en-US" sz="2000" baseline="0" dirty="0">
                <a:solidFill>
                  <a:schemeClr val="tx2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If you get this template from one of my share folders:</a:t>
            </a:r>
            <a:br>
              <a:rPr lang="en-US" sz="2000" baseline="0" dirty="0">
                <a:solidFill>
                  <a:schemeClr val="tx2"/>
                </a:solidFill>
                <a:latin typeface="Muli" panose="02000503040000020004" pitchFamily="2" charset="0"/>
                <a:ea typeface="LiHei Pro" panose="020B0500000000000000" pitchFamily="50" charset="-128"/>
              </a:rPr>
            </a:br>
            <a:r>
              <a:rPr lang="en-US" sz="2000" baseline="0" dirty="0">
                <a:solidFill>
                  <a:schemeClr val="tx2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Please </a:t>
            </a:r>
            <a:r>
              <a:rPr lang="en-US" sz="2000" baseline="0" dirty="0">
                <a:solidFill>
                  <a:srgbClr val="00B050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copy</a:t>
            </a:r>
            <a:r>
              <a:rPr lang="en-US" sz="2000" baseline="0" dirty="0">
                <a:solidFill>
                  <a:schemeClr val="tx2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 or </a:t>
            </a:r>
            <a:r>
              <a:rPr lang="en-US" sz="2000" baseline="0" dirty="0">
                <a:solidFill>
                  <a:srgbClr val="00B050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download</a:t>
            </a:r>
            <a:r>
              <a:rPr lang="en-US" sz="2000" baseline="0" dirty="0">
                <a:solidFill>
                  <a:schemeClr val="tx2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 it to prepare your own slides.</a:t>
            </a:r>
            <a:br>
              <a:rPr lang="en-US" sz="2000" baseline="0" dirty="0">
                <a:solidFill>
                  <a:schemeClr val="tx2"/>
                </a:solidFill>
                <a:latin typeface="Muli" panose="02000503040000020004" pitchFamily="2" charset="0"/>
                <a:ea typeface="LiHei Pro" panose="020B0500000000000000" pitchFamily="50" charset="-128"/>
              </a:rPr>
            </a:br>
            <a:r>
              <a:rPr lang="en-US" sz="2000" baseline="0" dirty="0">
                <a:solidFill>
                  <a:schemeClr val="tx2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Please </a:t>
            </a:r>
            <a:r>
              <a:rPr lang="en-US" sz="2000" baseline="0" dirty="0">
                <a:solidFill>
                  <a:schemeClr val="accent3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DO NOT </a:t>
            </a:r>
            <a:r>
              <a:rPr lang="en-US" sz="2000" baseline="0" dirty="0">
                <a:solidFill>
                  <a:schemeClr val="tx2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directly edit this original file.</a:t>
            </a:r>
          </a:p>
          <a:p>
            <a:pPr algn="ctr">
              <a:spcBef>
                <a:spcPts val="1800"/>
              </a:spcBef>
            </a:pPr>
            <a:r>
              <a:rPr lang="en-US" sz="2000" baseline="0" dirty="0">
                <a:solidFill>
                  <a:schemeClr val="tx2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This template is updated from time to time.</a:t>
            </a:r>
            <a:br>
              <a:rPr lang="en-US" sz="2000" baseline="0" dirty="0">
                <a:solidFill>
                  <a:schemeClr val="tx2"/>
                </a:solidFill>
                <a:latin typeface="Muli" panose="02000503040000020004" pitchFamily="2" charset="0"/>
                <a:ea typeface="LiHei Pro" panose="020B0500000000000000" pitchFamily="50" charset="-128"/>
              </a:rPr>
            </a:br>
            <a:r>
              <a:rPr lang="en-US" sz="2000" baseline="0" dirty="0">
                <a:solidFill>
                  <a:schemeClr val="tx2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If you find </a:t>
            </a:r>
            <a:r>
              <a:rPr lang="en-US" sz="2000" baseline="0" dirty="0">
                <a:solidFill>
                  <a:srgbClr val="00B050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other nice templates and/or icons</a:t>
            </a:r>
            <a:r>
              <a:rPr lang="en-US" sz="2000" baseline="0" dirty="0">
                <a:solidFill>
                  <a:schemeClr val="tx2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, please kindly share with me.</a:t>
            </a:r>
            <a:br>
              <a:rPr lang="en-US" sz="2000" baseline="0" dirty="0">
                <a:solidFill>
                  <a:schemeClr val="tx2"/>
                </a:solidFill>
                <a:latin typeface="Muli" panose="02000503040000020004" pitchFamily="2" charset="0"/>
                <a:ea typeface="LiHei Pro" panose="020B0500000000000000" pitchFamily="50" charset="-128"/>
              </a:rPr>
            </a:br>
            <a:r>
              <a:rPr lang="en-US" sz="2000" baseline="0" dirty="0">
                <a:solidFill>
                  <a:schemeClr val="tx2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I will update if appropriate.</a:t>
            </a:r>
          </a:p>
          <a:p>
            <a:pPr algn="ctr">
              <a:spcBef>
                <a:spcPts val="1800"/>
              </a:spcBef>
            </a:pPr>
            <a:r>
              <a:rPr lang="en-US" sz="2000" baseline="0" dirty="0">
                <a:solidFill>
                  <a:schemeClr val="tx2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Thank you very much!</a:t>
            </a:r>
          </a:p>
          <a:p>
            <a:pPr algn="r">
              <a:spcBef>
                <a:spcPts val="1800"/>
              </a:spcBef>
            </a:pPr>
            <a:r>
              <a:rPr lang="en-US" sz="2000" baseline="0" dirty="0">
                <a:solidFill>
                  <a:schemeClr val="tx2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Best Regards,</a:t>
            </a:r>
            <a:br>
              <a:rPr lang="en-US" sz="2000" baseline="0" dirty="0">
                <a:solidFill>
                  <a:schemeClr val="tx2"/>
                </a:solidFill>
                <a:latin typeface="Muli" panose="02000503040000020004" pitchFamily="2" charset="0"/>
                <a:ea typeface="LiHei Pro" panose="020B0500000000000000" pitchFamily="50" charset="-128"/>
              </a:rPr>
            </a:br>
            <a:r>
              <a:rPr lang="en-US" sz="2000" baseline="0" dirty="0">
                <a:solidFill>
                  <a:schemeClr val="tx2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Dr. Jenny LI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8595360" y="7787208"/>
            <a:ext cx="6035040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0">
              <a:latin typeface="Muli" panose="02000503040000020004" pitchFamily="2" charset="0"/>
              <a:ea typeface="LiHei Pro" panose="020B0500000000000000" pitchFamily="50" charset="-128"/>
            </a:endParaRPr>
          </a:p>
        </p:txBody>
      </p:sp>
      <p:sp>
        <p:nvSpPr>
          <p:cNvPr id="5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7"/>
            <a:ext cx="365760" cy="24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spcBef>
                <a:spcPts val="600"/>
              </a:spcBef>
              <a:defRPr sz="12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/>
          <a:srcRect b="8902"/>
          <a:stretch>
            <a:fillRect/>
          </a:stretch>
        </p:blipFill>
        <p:spPr>
          <a:xfrm>
            <a:off x="7819255" y="1477424"/>
            <a:ext cx="5486400" cy="305447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3"/>
          <a:srcRect b="8929"/>
          <a:stretch>
            <a:fillRect/>
          </a:stretch>
        </p:blipFill>
        <p:spPr>
          <a:xfrm>
            <a:off x="1557569" y="4642816"/>
            <a:ext cx="5177350" cy="3072384"/>
          </a:xfrm>
          <a:prstGeom prst="rect">
            <a:avLst/>
          </a:prstGeom>
        </p:spPr>
      </p:pic>
      <p:sp>
        <p:nvSpPr>
          <p:cNvPr id="12" name="Content Placeholder 12"/>
          <p:cNvSpPr txBox="1"/>
          <p:nvPr userDrawn="1"/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3200" b="1" i="0" baseline="0" dirty="0">
                <a:solidFill>
                  <a:schemeClr val="tx2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University Color Theme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274319" y="950333"/>
            <a:ext cx="14081760" cy="731520"/>
          </a:xfrm>
          <a:prstGeom prst="rect">
            <a:avLst/>
          </a:prstGeom>
        </p:spPr>
        <p:txBody>
          <a:bodyPr/>
          <a:lstStyle>
            <a:lvl1pPr lvl="0" indent="0" defTabSz="1097280" latinLnBrk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b="0" cap="none" baseline="0">
                <a:latin typeface="Muli" panose="02000503040000020004" pitchFamily="2" charset="0"/>
              </a:defRPr>
            </a:lvl1pPr>
            <a:lvl2pPr marL="548640" indent="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</a:lvl2pPr>
            <a:lvl3pPr marL="1097280" indent="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2400"/>
            </a:lvl3pPr>
            <a:lvl4pPr marL="1645920" indent="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2160"/>
            </a:lvl4pPr>
            <a:lvl5pPr marL="2194560" indent="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2160"/>
            </a:lvl5pPr>
            <a:lvl6pPr marL="3017520" indent="-27432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/>
            </a:lvl6pPr>
            <a:lvl7pPr marL="3566160" indent="-27432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/>
            </a:lvl7pPr>
            <a:lvl8pPr marL="4114800" indent="-27432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/>
            </a:lvl8pPr>
            <a:lvl9pPr marL="4663440" indent="-27432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/>
            </a:lvl9pPr>
          </a:lstStyle>
          <a:p>
            <a:pPr lvl="0"/>
            <a:r>
              <a:rPr lang="en-US" baseline="0" dirty="0">
                <a:latin typeface="Muli" panose="02000503040000020004" pitchFamily="2" charset="0"/>
                <a:ea typeface="LiHei Pro" panose="020B0500000000000000" pitchFamily="50" charset="-128"/>
              </a:rPr>
              <a:t>Please follow the University Color Them which has already been set up for this template.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8595360" y="7787208"/>
            <a:ext cx="6035040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0">
              <a:latin typeface="Muli" panose="02000503040000020004" pitchFamily="2" charset="0"/>
              <a:ea typeface="LiHei Pro" panose="020B0500000000000000" pitchFamily="50" charset="-128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4"/>
          <a:srcRect b="12649"/>
          <a:stretch>
            <a:fillRect/>
          </a:stretch>
        </p:blipFill>
        <p:spPr>
          <a:xfrm>
            <a:off x="7819255" y="4642817"/>
            <a:ext cx="5486400" cy="307101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644566" y="2456023"/>
            <a:ext cx="3003356" cy="1097280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1559314" y="7823336"/>
            <a:ext cx="2926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aseline="0" dirty="0">
                <a:latin typeface="Muli" panose="02000503040000020004" pitchFamily="2" charset="0"/>
                <a:ea typeface="LiHei Pro" panose="020B0500000000000000" pitchFamily="50" charset="-128"/>
              </a:rPr>
              <a:t>Source: HKUST-GZ Brand Guideline </a:t>
            </a:r>
            <a:r>
              <a:rPr lang="zh-CN" altLang="en-US" sz="1200" baseline="0" dirty="0">
                <a:latin typeface="Muli" panose="02000503040000020004" pitchFamily="2" charset="0"/>
                <a:ea typeface="LiHei Pro" panose="020B0500000000000000" pitchFamily="50" charset="-128"/>
              </a:rPr>
              <a:t>品牌手册</a:t>
            </a:r>
            <a:endParaRPr lang="en-US" sz="1200" baseline="0" dirty="0">
              <a:latin typeface="Muli" panose="02000503040000020004" pitchFamily="2" charset="0"/>
              <a:ea typeface="LiHei Pro" panose="020B0500000000000000" pitchFamily="50" charset="-128"/>
            </a:endParaRPr>
          </a:p>
        </p:txBody>
      </p:sp>
      <p:sp>
        <p:nvSpPr>
          <p:cNvPr id="5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7"/>
            <a:ext cx="365760" cy="24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spcBef>
                <a:spcPts val="600"/>
              </a:spcBef>
              <a:defRPr sz="12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t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2"/>
          <p:cNvSpPr txBox="1"/>
          <p:nvPr userDrawn="1"/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3200" b="1" i="0" baseline="0" dirty="0">
                <a:solidFill>
                  <a:schemeClr val="tx2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University Font Theme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274319" y="950333"/>
            <a:ext cx="14081760" cy="731520"/>
          </a:xfrm>
          <a:prstGeom prst="rect">
            <a:avLst/>
          </a:prstGeom>
        </p:spPr>
        <p:txBody>
          <a:bodyPr/>
          <a:lstStyle>
            <a:lvl1pPr lvl="0" indent="0" defTabSz="1097280" latinLnBrk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b="0" cap="none" baseline="0">
                <a:latin typeface="Muli" panose="02000503040000020004" pitchFamily="2" charset="0"/>
              </a:defRPr>
            </a:lvl1pPr>
            <a:lvl2pPr marL="548640" indent="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</a:lvl2pPr>
            <a:lvl3pPr marL="1097280" indent="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2400"/>
            </a:lvl3pPr>
            <a:lvl4pPr marL="1645920" indent="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2160"/>
            </a:lvl4pPr>
            <a:lvl5pPr marL="2194560" indent="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2160"/>
            </a:lvl5pPr>
            <a:lvl6pPr marL="3017520" indent="-27432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/>
            </a:lvl6pPr>
            <a:lvl7pPr marL="3566160" indent="-27432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/>
            </a:lvl7pPr>
            <a:lvl8pPr marL="4114800" indent="-27432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/>
            </a:lvl8pPr>
            <a:lvl9pPr marL="4663440" indent="-274320" defTabSz="1097280" latinLnBrk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/>
            </a:lvl9pPr>
          </a:lstStyle>
          <a:p>
            <a:pPr lvl="0"/>
            <a:r>
              <a:rPr lang="en-US" baseline="0" dirty="0">
                <a:latin typeface="Muli" panose="02000503040000020004" pitchFamily="2" charset="0"/>
                <a:ea typeface="LiHei Pro" panose="020B0500000000000000" pitchFamily="50" charset="-128"/>
              </a:rPr>
              <a:t>The University Font Theme has already been set up and made available for this template. While as </a:t>
            </a:r>
            <a:r>
              <a:rPr lang="en-US" baseline="0" dirty="0" err="1">
                <a:latin typeface="Muli" panose="02000503040000020004" pitchFamily="2" charset="0"/>
                <a:ea typeface="LiHei Pro" panose="020B0500000000000000" pitchFamily="50" charset="-128"/>
              </a:rPr>
              <a:t>Muli</a:t>
            </a:r>
            <a:r>
              <a:rPr lang="en-US" baseline="0" dirty="0">
                <a:latin typeface="Muli" panose="02000503040000020004" pitchFamily="2" charset="0"/>
                <a:ea typeface="LiHei Pro" panose="020B0500000000000000" pitchFamily="50" charset="-128"/>
              </a:rPr>
              <a:t> and </a:t>
            </a:r>
            <a:r>
              <a:rPr lang="en-US" baseline="0" dirty="0" err="1">
                <a:latin typeface="Muli" panose="02000503040000020004" pitchFamily="2" charset="0"/>
                <a:ea typeface="LiHei Pro" panose="020B0500000000000000" pitchFamily="50" charset="-128"/>
              </a:rPr>
              <a:t>LiHei</a:t>
            </a:r>
            <a:r>
              <a:rPr lang="en-US" baseline="0" dirty="0">
                <a:latin typeface="Muli" panose="02000503040000020004" pitchFamily="2" charset="0"/>
                <a:ea typeface="LiHei Pro" panose="020B0500000000000000" pitchFamily="50" charset="-128"/>
              </a:rPr>
              <a:t> Pro are not default fonts, the default fonts of Arial and </a:t>
            </a:r>
            <a:r>
              <a:rPr lang="en-US" baseline="0" dirty="0" err="1">
                <a:latin typeface="Muli" panose="02000503040000020004" pitchFamily="2" charset="0"/>
                <a:ea typeface="LiHei Pro" panose="020B0500000000000000" pitchFamily="50" charset="-128"/>
              </a:rPr>
              <a:t>SimHei</a:t>
            </a:r>
            <a:r>
              <a:rPr lang="en-US" baseline="0" dirty="0">
                <a:latin typeface="Muli" panose="02000503040000020004" pitchFamily="2" charset="0"/>
                <a:ea typeface="LiHei Pro" panose="020B0500000000000000" pitchFamily="50" charset="-128"/>
              </a:rPr>
              <a:t> have been set as default theme of this template.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8595360" y="7787208"/>
            <a:ext cx="6035040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0">
              <a:latin typeface="Muli" panose="02000503040000020004" pitchFamily="2" charset="0"/>
              <a:ea typeface="LiHei Pro" panose="020B0500000000000000" pitchFamily="50" charset="-128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1559314" y="7823336"/>
            <a:ext cx="2926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aseline="0" dirty="0">
                <a:latin typeface="Muli" panose="02000503040000020004" pitchFamily="2" charset="0"/>
                <a:ea typeface="LiHei Pro" panose="020B0500000000000000" pitchFamily="50" charset="-128"/>
              </a:rPr>
              <a:t>Source: HKUST-GZ Brand Guideline </a:t>
            </a:r>
            <a:r>
              <a:rPr lang="zh-CN" altLang="en-US" sz="1200" baseline="0" dirty="0">
                <a:latin typeface="Muli" panose="02000503040000020004" pitchFamily="2" charset="0"/>
                <a:ea typeface="LiHei Pro" panose="020B0500000000000000" pitchFamily="50" charset="-128"/>
              </a:rPr>
              <a:t>品牌手册</a:t>
            </a:r>
            <a:endParaRPr lang="en-US" sz="1200" baseline="0" dirty="0">
              <a:latin typeface="Muli" panose="02000503040000020004" pitchFamily="2" charset="0"/>
              <a:ea typeface="LiHei Pro" panose="020B0500000000000000" pitchFamily="50" charset="-128"/>
            </a:endParaRP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/>
          <a:srcRect b="6830"/>
          <a:stretch>
            <a:fillRect/>
          </a:stretch>
        </p:blipFill>
        <p:spPr>
          <a:xfrm>
            <a:off x="274319" y="2375722"/>
            <a:ext cx="8050731" cy="4572000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412479" y="3254404"/>
            <a:ext cx="5943600" cy="446079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aseline="0" dirty="0">
                <a:latin typeface="Muli" panose="02000503040000020004" pitchFamily="2" charset="0"/>
                <a:ea typeface="LiHei Pro" panose="020B0500000000000000" pitchFamily="50" charset="-128"/>
              </a:rPr>
              <a:t>If you choose to use </a:t>
            </a:r>
            <a:r>
              <a:rPr lang="en-US" sz="1600" b="1" baseline="0" dirty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Default Font Theme</a:t>
            </a:r>
          </a:p>
          <a:p>
            <a:pPr marL="285750" marR="0" lvl="0" indent="-285750" algn="l" defTabSz="146304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1600" baseline="0" dirty="0">
                <a:latin typeface="Muli" panose="02000503040000020004" pitchFamily="2" charset="0"/>
                <a:ea typeface="LiHei Pro" panose="020B0500000000000000" pitchFamily="50" charset="-128"/>
              </a:rPr>
              <a:t>Go to layout and choose the first set of Slide Master</a:t>
            </a:r>
          </a:p>
          <a:p>
            <a:endParaRPr lang="en-US" sz="1600" baseline="0" dirty="0">
              <a:latin typeface="Muli" panose="02000503040000020004" pitchFamily="2" charset="0"/>
              <a:ea typeface="LiHei Pro" panose="020B0500000000000000" pitchFamily="50" charset="-128"/>
            </a:endParaRPr>
          </a:p>
          <a:p>
            <a:r>
              <a:rPr lang="en-US" sz="1600" baseline="0" dirty="0">
                <a:latin typeface="Muli" panose="02000503040000020004" pitchFamily="2" charset="0"/>
                <a:ea typeface="LiHei Pro" panose="020B0500000000000000" pitchFamily="50" charset="-128"/>
              </a:rPr>
              <a:t>If you choose to use </a:t>
            </a:r>
            <a:r>
              <a:rPr lang="en-US" sz="1600" b="1" baseline="0" dirty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University Font Theme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aseline="0" dirty="0">
                <a:latin typeface="Muli" panose="02000503040000020004" pitchFamily="2" charset="0"/>
                <a:ea typeface="LiHei Pro" panose="020B0500000000000000" pitchFamily="50" charset="-128"/>
              </a:rPr>
              <a:t>Go to layout and choose the second set of Slide</a:t>
            </a:r>
            <a:br>
              <a:rPr lang="en-US" sz="1600" baseline="0" dirty="0">
                <a:latin typeface="Muli" panose="02000503040000020004" pitchFamily="2" charset="0"/>
                <a:ea typeface="LiHei Pro" panose="020B0500000000000000" pitchFamily="50" charset="-128"/>
              </a:rPr>
            </a:br>
            <a:r>
              <a:rPr lang="en-US" sz="1600" baseline="0" dirty="0">
                <a:latin typeface="Muli" panose="02000503040000020004" pitchFamily="2" charset="0"/>
                <a:ea typeface="LiHei Pro" panose="020B0500000000000000" pitchFamily="50" charset="-128"/>
              </a:rPr>
              <a:t>Master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aseline="0" dirty="0">
                <a:latin typeface="Muli" panose="02000503040000020004" pitchFamily="2" charset="0"/>
                <a:ea typeface="LiHei Pro" panose="020B0500000000000000" pitchFamily="50" charset="-128"/>
              </a:rPr>
              <a:t>Please convert your work to PDF before sharing</a:t>
            </a:r>
            <a:br>
              <a:rPr lang="en-US" sz="1600" baseline="0" dirty="0">
                <a:latin typeface="Muli" panose="02000503040000020004" pitchFamily="2" charset="0"/>
                <a:ea typeface="LiHei Pro" panose="020B0500000000000000" pitchFamily="50" charset="-128"/>
              </a:rPr>
            </a:br>
            <a:r>
              <a:rPr lang="en-US" sz="1600" baseline="0" dirty="0">
                <a:latin typeface="Muli" panose="02000503040000020004" pitchFamily="2" charset="0"/>
                <a:ea typeface="LiHei Pro" panose="020B0500000000000000" pitchFamily="50" charset="-128"/>
              </a:rPr>
              <a:t>with others to make sure the format is not cluttered,</a:t>
            </a:r>
            <a:br>
              <a:rPr lang="en-US" sz="1600" baseline="0" dirty="0">
                <a:latin typeface="Muli" panose="02000503040000020004" pitchFamily="2" charset="0"/>
                <a:ea typeface="LiHei Pro" panose="020B0500000000000000" pitchFamily="50" charset="-128"/>
              </a:rPr>
            </a:br>
            <a:r>
              <a:rPr lang="en-US" sz="1600" baseline="0" dirty="0">
                <a:latin typeface="Muli" panose="02000503040000020004" pitchFamily="2" charset="0"/>
                <a:ea typeface="LiHei Pro" panose="020B0500000000000000" pitchFamily="50" charset="-128"/>
              </a:rPr>
              <a:t>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aseline="0" dirty="0">
                <a:latin typeface="Muli" panose="02000503040000020004" pitchFamily="2" charset="0"/>
                <a:ea typeface="LiHei Pro" panose="020B0500000000000000" pitchFamily="50" charset="-128"/>
              </a:rPr>
              <a:t>Please make sure that the receiver of your work</a:t>
            </a:r>
            <a:br>
              <a:rPr lang="en-US" sz="1600" baseline="0" dirty="0">
                <a:latin typeface="Muli" panose="02000503040000020004" pitchFamily="2" charset="0"/>
                <a:ea typeface="LiHei Pro" panose="020B0500000000000000" pitchFamily="50" charset="-128"/>
              </a:rPr>
            </a:br>
            <a:r>
              <a:rPr lang="en-US" sz="1600" baseline="0" dirty="0">
                <a:latin typeface="Muli" panose="02000503040000020004" pitchFamily="2" charset="0"/>
                <a:ea typeface="LiHei Pro" panose="020B0500000000000000" pitchFamily="50" charset="-128"/>
              </a:rPr>
              <a:t>has the right Fonts installed (Check share folder or</a:t>
            </a:r>
            <a:br>
              <a:rPr lang="en-US" sz="1600" baseline="0" dirty="0">
                <a:latin typeface="Muli" panose="02000503040000020004" pitchFamily="2" charset="0"/>
                <a:ea typeface="LiHei Pro" panose="020B0500000000000000" pitchFamily="50" charset="-128"/>
              </a:rPr>
            </a:br>
            <a:r>
              <a:rPr lang="en-US" sz="1600" baseline="0" dirty="0">
                <a:latin typeface="Muli" panose="02000503040000020004" pitchFamily="2" charset="0"/>
                <a:ea typeface="LiHei Pro" panose="020B0500000000000000" pitchFamily="50" charset="-128"/>
              </a:rPr>
              <a:t>contact me to get installation files).</a:t>
            </a:r>
          </a:p>
          <a:p>
            <a:endParaRPr lang="en-US" sz="1600" baseline="0" dirty="0">
              <a:latin typeface="Muli" panose="02000503040000020004" pitchFamily="2" charset="0"/>
              <a:ea typeface="LiHei Pro" panose="020B0500000000000000" pitchFamily="50" charset="-128"/>
            </a:endParaRPr>
          </a:p>
          <a:p>
            <a:r>
              <a:rPr lang="en-US" sz="1600" baseline="0" dirty="0">
                <a:latin typeface="Muli" panose="02000503040000020004" pitchFamily="2" charset="0"/>
                <a:ea typeface="LiHei Pro" panose="020B0500000000000000" pitchFamily="50" charset="-128"/>
              </a:rPr>
              <a:t>For </a:t>
            </a:r>
            <a:r>
              <a:rPr lang="en-US" sz="1600" b="1" baseline="0" dirty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Chinese</a:t>
            </a:r>
            <a:r>
              <a:rPr lang="en-US" sz="1600" baseline="0" dirty="0">
                <a:latin typeface="Muli" panose="02000503040000020004" pitchFamily="2" charset="0"/>
                <a:ea typeface="LiHei Pro" panose="020B0500000000000000" pitchFamily="50" charset="-128"/>
              </a:rPr>
              <a:t>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aseline="0" dirty="0">
                <a:latin typeface="Muli" panose="02000503040000020004" pitchFamily="2" charset="0"/>
                <a:ea typeface="LiHei Pro" panose="020B0500000000000000" pitchFamily="50" charset="-128"/>
              </a:rPr>
              <a:t>如果中英混排时中文显示不正常，请查看 </a:t>
            </a:r>
            <a:r>
              <a:rPr lang="en-US" sz="1600" baseline="0" dirty="0">
                <a:latin typeface="Muli" panose="02000503040000020004" pitchFamily="2" charset="0"/>
                <a:ea typeface="LiHei Pro" panose="020B0500000000000000" pitchFamily="50" charset="-128"/>
              </a:rPr>
              <a:t>File – Options – Language </a:t>
            </a:r>
            <a:r>
              <a:rPr lang="zh-CN" altLang="en-US" sz="1600" baseline="0" dirty="0">
                <a:latin typeface="Muli" panose="02000503040000020004" pitchFamily="2" charset="0"/>
                <a:ea typeface="LiHei Pro" panose="020B0500000000000000" pitchFamily="50" charset="-128"/>
              </a:rPr>
              <a:t>中是否正确添加了中文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/>
          <a:srcRect r="-50"/>
          <a:stretch>
            <a:fillRect/>
          </a:stretch>
        </p:blipFill>
        <p:spPr>
          <a:xfrm>
            <a:off x="8989091" y="1881056"/>
            <a:ext cx="2286000" cy="123062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4"/>
          <a:srcRect r="-42"/>
          <a:stretch>
            <a:fillRect/>
          </a:stretch>
        </p:blipFill>
        <p:spPr>
          <a:xfrm>
            <a:off x="11493468" y="2451190"/>
            <a:ext cx="2286000" cy="660492"/>
          </a:xfrm>
          <a:prstGeom prst="rect">
            <a:avLst/>
          </a:prstGeom>
        </p:spPr>
      </p:pic>
      <p:sp>
        <p:nvSpPr>
          <p:cNvPr id="3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7"/>
            <a:ext cx="365760" cy="24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spcBef>
                <a:spcPts val="600"/>
              </a:spcBef>
              <a:defRPr sz="12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5" descr="城市里的建筑和树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389"/>
            <a:ext cx="14630400" cy="8252378"/>
          </a:xfrm>
          <a:prstGeom prst="rect">
            <a:avLst/>
          </a:prstGeom>
        </p:spPr>
      </p:pic>
      <p:sp>
        <p:nvSpPr>
          <p:cNvPr id="3" name="Rectangle 6"/>
          <p:cNvSpPr/>
          <p:nvPr userDrawn="1"/>
        </p:nvSpPr>
        <p:spPr>
          <a:xfrm>
            <a:off x="-1" y="1234480"/>
            <a:ext cx="14630402" cy="3657600"/>
          </a:xfrm>
          <a:prstGeom prst="rect">
            <a:avLst/>
          </a:prstGeom>
          <a:solidFill>
            <a:schemeClr val="tx2">
              <a:lumMod val="50000"/>
              <a:alpha val="60000"/>
            </a:schemeClr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610" kern="1200" baseline="0" dirty="0">
              <a:latin typeface="Muli" panose="02000503040000020004" pitchFamily="2" charset="0"/>
              <a:ea typeface="LiHei Pro" panose="020B0500000000000000" pitchFamily="50" charset="-128"/>
            </a:endParaRPr>
          </a:p>
        </p:txBody>
      </p:sp>
      <p:sp>
        <p:nvSpPr>
          <p:cNvPr id="21" name="Textplatzhalt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6808"/>
            <a:ext cx="13716000" cy="640080"/>
          </a:xfrm>
          <a:prstGeom prst="rect">
            <a:avLst/>
          </a:prstGeom>
          <a:effectLst>
            <a:outerShdw blurRad="12700" dist="6350" dir="8100000" algn="tl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marL="0" marR="0" indent="0" algn="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Tx/>
              <a:buFont typeface="Wingdings 2" panose="05020102010507070707" pitchFamily="18" charset="2"/>
              <a:buNone/>
              <a:defRPr sz="2400" b="0" cap="none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Contributor list 24 pt. (Author, mentor, supervisor, etc.)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1281336"/>
            <a:ext cx="13716000" cy="457200"/>
          </a:xfrm>
          <a:prstGeom prst="rect">
            <a:avLst/>
          </a:prstGeom>
          <a:effectLst>
            <a:outerShdw blurRad="12700" dist="6350" dir="8100000" algn="tl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marL="0" indent="0" algn="l">
              <a:spcBef>
                <a:spcPts val="600"/>
              </a:spcBef>
              <a:buNone/>
              <a:defRPr lang="en-US" sz="2000" b="0" cap="none" baseline="0" dirty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</a:lstStyle>
          <a:p>
            <a:pPr marL="274320" marR="0" lvl="0" indent="-274320" defTabSz="9144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Tx/>
            </a:pPr>
            <a:r>
              <a:rPr lang="en-US" dirty="0"/>
              <a:t>Occasion, if any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853587"/>
            <a:ext cx="13716000" cy="16459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Muli" panose="02000503040000020004" pitchFamily="2" charset="0"/>
              <a:buChar char=" "/>
              <a:defRPr sz="3600" b="1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Font typeface="Muli" panose="02000503040000020004" pitchFamily="2" charset="0"/>
              <a:buChar char=" "/>
              <a:defRPr sz="24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 algn="r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Muli" panose="02000503040000020004"/>
                <a:ea typeface="Source Sans Pro" panose="020B0503030403020204" pitchFamily="34" charset="0"/>
                <a:cs typeface="Arial" panose="020B0604020202020204" pitchFamily="34" charset="0"/>
              </a:defRPr>
            </a:lvl3pPr>
            <a:lvl4pPr marL="1097280" indent="-276225" algn="r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Muli" panose="02000503040000020004"/>
                <a:ea typeface="Source Sans Pro" panose="020B0503030403020204" pitchFamily="34" charset="0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Title 36 pt. (Tab to enter subtitle, if any)</a:t>
            </a:r>
          </a:p>
          <a:p>
            <a:pPr lvl="1"/>
            <a:r>
              <a:rPr lang="en-US" dirty="0"/>
              <a:t>Subtitle, if any 24 pt.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3614558"/>
            <a:ext cx="13716000" cy="457200"/>
          </a:xfrm>
          <a:prstGeom prst="rect">
            <a:avLst/>
          </a:prstGeom>
          <a:effectLst>
            <a:outerShdw blurRad="12700" dist="6350" dir="8100000" algn="tl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marL="0" indent="0" algn="r">
              <a:spcBef>
                <a:spcPts val="600"/>
              </a:spcBef>
              <a:buNone/>
              <a:defRPr lang="en-US" sz="2000" b="0" cap="none" baseline="0" dirty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</a:lstStyle>
          <a:p>
            <a:pPr marL="274320" marR="0" lvl="0" indent="-274320" defTabSz="9144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Tx/>
            </a:pPr>
            <a:r>
              <a:rPr lang="en-US" dirty="0"/>
              <a:t>Date and/or Place 20 pt.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4"/>
          <p:cNvSpPr>
            <a:spLocks noGrp="1"/>
          </p:cNvSpPr>
          <p:nvPr>
            <p:ph type="body" sz="quarter" idx="13" hasCustomPrompt="1"/>
          </p:nvPr>
        </p:nvSpPr>
        <p:spPr>
          <a:xfrm>
            <a:off x="9326880" y="6099055"/>
            <a:ext cx="5029200" cy="1097280"/>
          </a:xfrm>
          <a:prstGeom prst="rect">
            <a:avLst/>
          </a:prstGeom>
          <a:effectLst>
            <a:outerShdw blurRad="12700" dist="6350" dir="8100000" algn="tl" rotWithShape="0">
              <a:prstClr val="black">
                <a:alpha val="25000"/>
              </a:prstClr>
            </a:outerShdw>
          </a:effectLst>
        </p:spPr>
        <p:txBody>
          <a:bodyPr anchor="t"/>
          <a:lstStyle>
            <a:lvl1pPr marL="0" marR="0" indent="0" algn="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Tx/>
              <a:buFont typeface="Wingdings 2" panose="05020102010507070707" pitchFamily="18" charset="2"/>
              <a:buNone/>
              <a:defRPr sz="2400" b="0" cap="none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Contributor list 24 pt.</a:t>
            </a:r>
            <a:br>
              <a:rPr lang="en-US" dirty="0"/>
            </a:br>
            <a:r>
              <a:rPr lang="en-US" dirty="0"/>
              <a:t>(Author, mentor, supervisor, etc.)</a:t>
            </a:r>
          </a:p>
        </p:txBody>
      </p:sp>
      <p:pic>
        <p:nvPicPr>
          <p:cNvPr id="16" name="图片 5" descr="城市里的建筑和树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02" r="20584"/>
          <a:stretch>
            <a:fillRect/>
          </a:stretch>
        </p:blipFill>
        <p:spPr>
          <a:xfrm>
            <a:off x="0" y="0"/>
            <a:ext cx="9047965" cy="8229600"/>
          </a:xfrm>
          <a:prstGeom prst="rect">
            <a:avLst/>
          </a:prstGeom>
        </p:spPr>
      </p:pic>
      <p:sp>
        <p:nvSpPr>
          <p:cNvPr id="5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9326880" y="1251180"/>
            <a:ext cx="5029200" cy="457200"/>
          </a:xfrm>
          <a:prstGeom prst="rect">
            <a:avLst/>
          </a:prstGeom>
          <a:effectLst>
            <a:outerShdw blurRad="12700" dist="6350" dir="8100000" algn="tl" rotWithShape="0">
              <a:prstClr val="black">
                <a:alpha val="25000"/>
              </a:prstClr>
            </a:outerShdw>
          </a:effectLst>
        </p:spPr>
        <p:txBody>
          <a:bodyPr anchor="b"/>
          <a:lstStyle>
            <a:lvl1pPr marL="0" indent="0" algn="l">
              <a:spcBef>
                <a:spcPts val="600"/>
              </a:spcBef>
              <a:buNone/>
              <a:defRPr lang="en-US" sz="2000" b="0" cap="none" baseline="0" dirty="0"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</a:lstStyle>
          <a:p>
            <a:pPr marL="274320" marR="0" lvl="0" indent="-274320" defTabSz="9144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Tx/>
            </a:pPr>
            <a:r>
              <a:rPr lang="en-US" dirty="0"/>
              <a:t>Occasion, if any 20 pt.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9326880" y="1801375"/>
            <a:ext cx="5029200" cy="320040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>
            <a:lvl1pPr marL="0" indent="0" algn="r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Muli" panose="02000503040000020004" pitchFamily="2" charset="0"/>
              <a:buChar char=" "/>
              <a:defRPr sz="3600" b="1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0" indent="0" algn="r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Font typeface="Muli" panose="02000503040000020004" pitchFamily="2" charset="0"/>
              <a:buChar char=" "/>
              <a:defRPr sz="24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 algn="r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Muli" panose="02000503040000020004"/>
                <a:ea typeface="Source Sans Pro" panose="020B0503030403020204" pitchFamily="34" charset="0"/>
                <a:cs typeface="Arial" panose="020B0604020202020204" pitchFamily="34" charset="0"/>
              </a:defRPr>
            </a:lvl3pPr>
            <a:lvl4pPr marL="1097280" indent="-276225" algn="r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Muli" panose="02000503040000020004"/>
                <a:ea typeface="Source Sans Pro" panose="020B0503030403020204" pitchFamily="34" charset="0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Title 36 pt.</a:t>
            </a:r>
            <a:br>
              <a:rPr lang="en-US" dirty="0"/>
            </a:br>
            <a:r>
              <a:rPr lang="en-US" dirty="0"/>
              <a:t>(Press Tab to enter subtitle, if any)</a:t>
            </a:r>
          </a:p>
          <a:p>
            <a:pPr lvl="1"/>
            <a:r>
              <a:rPr lang="en-US" dirty="0"/>
              <a:t>Subtitle, if any 24 pt.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9326880" y="5093215"/>
            <a:ext cx="5029200" cy="457200"/>
          </a:xfrm>
          <a:prstGeom prst="rect">
            <a:avLst/>
          </a:prstGeom>
          <a:effectLst>
            <a:outerShdw blurRad="12700" dist="6350" dir="8100000" algn="tl" rotWithShape="0">
              <a:prstClr val="black">
                <a:alpha val="25000"/>
              </a:prstClr>
            </a:outerShdw>
          </a:effectLst>
        </p:spPr>
        <p:txBody>
          <a:bodyPr anchor="b"/>
          <a:lstStyle>
            <a:lvl1pPr marL="0" indent="0" algn="r">
              <a:spcBef>
                <a:spcPts val="600"/>
              </a:spcBef>
              <a:buNone/>
              <a:defRPr lang="en-US" sz="2000" b="0" cap="none" baseline="0" dirty="0"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</a:lstStyle>
          <a:p>
            <a:pPr marL="274320" marR="0" lvl="0" indent="-274320" defTabSz="9144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Tx/>
            </a:pPr>
            <a:r>
              <a:rPr lang="en-US" dirty="0"/>
              <a:t>Date and/or Place 20 pt.</a:t>
            </a:r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9326880" y="5733295"/>
            <a:ext cx="5029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2"/>
          <p:cNvSpPr txBox="1"/>
          <p:nvPr userDrawn="1"/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3200" b="1" i="0" baseline="0" dirty="0">
                <a:solidFill>
                  <a:schemeClr val="tx2"/>
                </a:solidFill>
                <a:latin typeface="Muli" panose="02000503040000020004" pitchFamily="2" charset="0"/>
                <a:ea typeface="LiHei Pro" panose="020B0500000000000000" pitchFamily="50" charset="-128"/>
              </a:rPr>
              <a:t>INDEX</a:t>
            </a:r>
          </a:p>
        </p:txBody>
      </p:sp>
      <p:pic>
        <p:nvPicPr>
          <p:cNvPr id="5" name="图片 5" descr="城市里的建筑和树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187" b="22437"/>
          <a:stretch>
            <a:fillRect/>
          </a:stretch>
        </p:blipFill>
        <p:spPr>
          <a:xfrm>
            <a:off x="0" y="1223190"/>
            <a:ext cx="14630400" cy="2011680"/>
          </a:xfrm>
          <a:prstGeom prst="rect">
            <a:avLst/>
          </a:prstGeom>
        </p:spPr>
      </p:pic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822960" y="3465534"/>
            <a:ext cx="12984480" cy="3840480"/>
          </a:xfrm>
          <a:prstGeom prst="rect">
            <a:avLst/>
          </a:prstGeom>
        </p:spPr>
        <p:txBody>
          <a:bodyPr anchor="t"/>
          <a:lstStyle>
            <a:lvl1pPr marL="434340" indent="-434340">
              <a:lnSpc>
                <a:spcPct val="100000"/>
              </a:lnSpc>
              <a:spcBef>
                <a:spcPts val="600"/>
              </a:spcBef>
              <a:buFont typeface="+mj-lt"/>
              <a:buAutoNum type="alphaUcPeriod"/>
              <a:defRPr sz="2000" i="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  <a:lvl2pPr marL="962025" indent="-413385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2pPr>
            <a:lvl3pPr marL="1510665" indent="-413385">
              <a:lnSpc>
                <a:spcPct val="100000"/>
              </a:lnSpc>
              <a:spcBef>
                <a:spcPts val="600"/>
              </a:spcBef>
              <a:buFont typeface="+mj-lt"/>
              <a:buAutoNum type="romanLcPeriod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3pPr>
            <a:lvl4pPr marL="2038350" indent="-392430">
              <a:lnSpc>
                <a:spcPct val="100000"/>
              </a:lnSpc>
              <a:spcBef>
                <a:spcPts val="600"/>
              </a:spcBef>
              <a:buFont typeface="+mj-lt"/>
              <a:buAutoNum type="alphaLcPeriod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4pPr>
            <a:lvl5pPr>
              <a:defRPr sz="1920">
                <a:solidFill>
                  <a:srgbClr val="111D2A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1247120" y="3465534"/>
            <a:ext cx="2560320" cy="384048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2000" i="0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Page number 20 pt.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(Press Shift + Enter to change line without spacing between paragraphs, if needed)</a:t>
            </a:r>
          </a:p>
        </p:txBody>
      </p:sp>
      <p:sp>
        <p:nvSpPr>
          <p:cNvPr id="2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7"/>
            <a:ext cx="365760" cy="24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spcBef>
                <a:spcPts val="600"/>
              </a:spcBef>
              <a:defRPr sz="12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7"/>
            <a:ext cx="365760" cy="24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spcBef>
                <a:spcPts val="600"/>
              </a:spcBef>
              <a:defRPr sz="12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x 1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950332"/>
            <a:ext cx="14081760" cy="6508564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7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22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2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7"/>
            <a:ext cx="365760" cy="24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spcBef>
                <a:spcPts val="600"/>
              </a:spcBef>
              <a:defRPr sz="12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x 2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1405568"/>
            <a:ext cx="6858000" cy="6053328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950333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7498080" y="1405568"/>
            <a:ext cx="6858000" cy="6053328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7498080" y="950333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22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274320" y="1316093"/>
            <a:ext cx="6858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7498080" y="1316093"/>
            <a:ext cx="6858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7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6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7"/>
            <a:ext cx="365760" cy="24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spcBef>
                <a:spcPts val="600"/>
              </a:spcBef>
              <a:defRPr sz="12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x 3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1405568"/>
            <a:ext cx="4572000" cy="6053328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950333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029200" y="1405568"/>
            <a:ext cx="4572000" cy="6053328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5029200" y="950333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9784080" y="1405568"/>
            <a:ext cx="4572000" cy="6053328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9784080" y="950333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22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9784080" y="1316093"/>
            <a:ext cx="4572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274320" y="1316093"/>
            <a:ext cx="4572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5029200" y="1316093"/>
            <a:ext cx="4572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7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6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7"/>
            <a:ext cx="365760" cy="24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spcBef>
                <a:spcPts val="600"/>
              </a:spcBef>
              <a:defRPr sz="12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1405568"/>
            <a:ext cx="3383280" cy="6053328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950333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3840480" y="1405568"/>
            <a:ext cx="3383280" cy="6053328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3840480" y="950333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7406640" y="1405568"/>
            <a:ext cx="3383280" cy="6053328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7406640" y="950333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10972800" y="1405568"/>
            <a:ext cx="3383280" cy="6053328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10972800" y="950333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10972800" y="1316093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7406640" y="1316093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3840480" y="1316093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1" name="Text Placeholder 17"/>
          <p:cNvSpPr>
            <a:spLocks noGrp="1"/>
          </p:cNvSpPr>
          <p:nvPr>
            <p:ph type="body" sz="quarter" idx="31" hasCustomPrompt="1"/>
          </p:nvPr>
        </p:nvSpPr>
        <p:spPr>
          <a:xfrm>
            <a:off x="274320" y="1316093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7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6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7"/>
            <a:ext cx="365760" cy="24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spcBef>
                <a:spcPts val="600"/>
              </a:spcBef>
              <a:defRPr sz="12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cap="none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7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4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7"/>
            <a:ext cx="365760" cy="24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spcBef>
                <a:spcPts val="600"/>
              </a:spcBef>
              <a:defRPr sz="12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1881055"/>
            <a:ext cx="14081760" cy="5577841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7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6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7"/>
            <a:ext cx="365760" cy="24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spcBef>
                <a:spcPts val="600"/>
              </a:spcBef>
              <a:defRPr sz="12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2338256"/>
            <a:ext cx="1408176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1881056"/>
            <a:ext cx="1408176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11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274320" y="2246816"/>
            <a:ext cx="1408176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7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4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7"/>
            <a:ext cx="365760" cy="24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spcBef>
                <a:spcPts val="600"/>
              </a:spcBef>
              <a:defRPr sz="12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2338256"/>
            <a:ext cx="685800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1881056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7498080" y="2338256"/>
            <a:ext cx="685800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7498080" y="1881056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22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274320" y="2246816"/>
            <a:ext cx="6858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7498080" y="2246816"/>
            <a:ext cx="6858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7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6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7"/>
            <a:ext cx="365760" cy="24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spcBef>
                <a:spcPts val="600"/>
              </a:spcBef>
              <a:defRPr sz="12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x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2338256"/>
            <a:ext cx="457200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1881056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029200" y="2338256"/>
            <a:ext cx="457200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5029200" y="1881056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9784080" y="2338256"/>
            <a:ext cx="457200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9784080" y="1881056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22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9784080" y="2246816"/>
            <a:ext cx="4572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274320" y="2246816"/>
            <a:ext cx="4572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5029200" y="2246816"/>
            <a:ext cx="4572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7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6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7"/>
            <a:ext cx="365760" cy="24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spcBef>
                <a:spcPts val="600"/>
              </a:spcBef>
              <a:defRPr sz="12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2338256"/>
            <a:ext cx="338328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188105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3840480" y="2338256"/>
            <a:ext cx="338328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3840480" y="188105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7406640" y="2338256"/>
            <a:ext cx="338328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7406640" y="188105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10972800" y="2338256"/>
            <a:ext cx="338328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10972800" y="188105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10972800" y="224681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7406640" y="224681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3840480" y="224681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1" name="Text Placeholder 17"/>
          <p:cNvSpPr>
            <a:spLocks noGrp="1"/>
          </p:cNvSpPr>
          <p:nvPr>
            <p:ph type="body" sz="quarter" idx="31" hasCustomPrompt="1"/>
          </p:nvPr>
        </p:nvSpPr>
        <p:spPr>
          <a:xfrm>
            <a:off x="274320" y="224681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7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6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7"/>
            <a:ext cx="365760" cy="24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spcBef>
                <a:spcPts val="600"/>
              </a:spcBef>
              <a:defRPr sz="12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x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2338256"/>
            <a:ext cx="274320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188105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3108960" y="2338256"/>
            <a:ext cx="274320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3108960" y="188105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5943600" y="2338256"/>
            <a:ext cx="274320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943600" y="188105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8778240" y="2338256"/>
            <a:ext cx="274320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8778240" y="188105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28" hasCustomPrompt="1"/>
          </p:nvPr>
        </p:nvSpPr>
        <p:spPr>
          <a:xfrm>
            <a:off x="11612880" y="2338256"/>
            <a:ext cx="274320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11612880" y="188105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31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31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11612880" y="2246816"/>
            <a:ext cx="2743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2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8778240" y="2246816"/>
            <a:ext cx="2743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33" hasCustomPrompt="1"/>
          </p:nvPr>
        </p:nvSpPr>
        <p:spPr>
          <a:xfrm>
            <a:off x="5943600" y="2246816"/>
            <a:ext cx="2743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4" name="Text Placeholder 17"/>
          <p:cNvSpPr>
            <a:spLocks noGrp="1"/>
          </p:cNvSpPr>
          <p:nvPr>
            <p:ph type="body" sz="quarter" idx="34" hasCustomPrompt="1"/>
          </p:nvPr>
        </p:nvSpPr>
        <p:spPr>
          <a:xfrm>
            <a:off x="3108960" y="2246816"/>
            <a:ext cx="2743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5" name="Text Placeholder 17"/>
          <p:cNvSpPr>
            <a:spLocks noGrp="1"/>
          </p:cNvSpPr>
          <p:nvPr>
            <p:ph type="body" sz="quarter" idx="35" hasCustomPrompt="1"/>
          </p:nvPr>
        </p:nvSpPr>
        <p:spPr>
          <a:xfrm>
            <a:off x="274320" y="2246816"/>
            <a:ext cx="2743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7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6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7"/>
            <a:ext cx="365760" cy="24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spcBef>
                <a:spcPts val="600"/>
              </a:spcBef>
              <a:defRPr sz="12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2338256"/>
            <a:ext cx="68580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1881056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7498080" y="2338256"/>
            <a:ext cx="68580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7498080" y="1881056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44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274320" y="5264336"/>
            <a:ext cx="68580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274320" y="4807136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47" name="Text Placeholder 5"/>
          <p:cNvSpPr>
            <a:spLocks noGrp="1"/>
          </p:cNvSpPr>
          <p:nvPr>
            <p:ph type="body" sz="quarter" idx="26" hasCustomPrompt="1"/>
          </p:nvPr>
        </p:nvSpPr>
        <p:spPr>
          <a:xfrm>
            <a:off x="7498080" y="5264336"/>
            <a:ext cx="68580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9" name="Text Placeholder 5"/>
          <p:cNvSpPr>
            <a:spLocks noGrp="1"/>
          </p:cNvSpPr>
          <p:nvPr>
            <p:ph type="body" sz="quarter" idx="28" hasCustomPrompt="1"/>
          </p:nvPr>
        </p:nvSpPr>
        <p:spPr>
          <a:xfrm>
            <a:off x="7498080" y="4807136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29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274320" y="5172896"/>
            <a:ext cx="6858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5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7498080" y="5172896"/>
            <a:ext cx="6858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31" hasCustomPrompt="1"/>
          </p:nvPr>
        </p:nvSpPr>
        <p:spPr>
          <a:xfrm>
            <a:off x="274320" y="2246816"/>
            <a:ext cx="6858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7498080" y="2246816"/>
            <a:ext cx="6858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7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4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7"/>
            <a:ext cx="365760" cy="24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spcBef>
                <a:spcPts val="600"/>
              </a:spcBef>
              <a:defRPr sz="12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2338256"/>
            <a:ext cx="45720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1881056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029200" y="2338256"/>
            <a:ext cx="45720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5029200" y="1881056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9784080" y="2338256"/>
            <a:ext cx="45720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9784080" y="1881056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6" hasCustomPrompt="1"/>
          </p:nvPr>
        </p:nvSpPr>
        <p:spPr>
          <a:xfrm>
            <a:off x="274320" y="5267853"/>
            <a:ext cx="45720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8" hasCustomPrompt="1"/>
          </p:nvPr>
        </p:nvSpPr>
        <p:spPr>
          <a:xfrm>
            <a:off x="274320" y="4810653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30" name="Text Placeholder 5"/>
          <p:cNvSpPr>
            <a:spLocks noGrp="1"/>
          </p:cNvSpPr>
          <p:nvPr>
            <p:ph type="body" sz="quarter" idx="29" hasCustomPrompt="1"/>
          </p:nvPr>
        </p:nvSpPr>
        <p:spPr>
          <a:xfrm>
            <a:off x="5029200" y="5267853"/>
            <a:ext cx="45720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5029200" y="4810653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2" hasCustomPrompt="1"/>
          </p:nvPr>
        </p:nvSpPr>
        <p:spPr>
          <a:xfrm>
            <a:off x="9784080" y="5267853"/>
            <a:ext cx="45720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9784080" y="4810653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35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39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9784080" y="5176413"/>
            <a:ext cx="4572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36" hasCustomPrompt="1"/>
          </p:nvPr>
        </p:nvSpPr>
        <p:spPr>
          <a:xfrm>
            <a:off x="274320" y="5176413"/>
            <a:ext cx="4572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1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5029200" y="5176413"/>
            <a:ext cx="4572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2" name="Text Placeholder 17"/>
          <p:cNvSpPr>
            <a:spLocks noGrp="1"/>
          </p:cNvSpPr>
          <p:nvPr>
            <p:ph type="body" sz="quarter" idx="37" hasCustomPrompt="1"/>
          </p:nvPr>
        </p:nvSpPr>
        <p:spPr>
          <a:xfrm>
            <a:off x="9784080" y="2246816"/>
            <a:ext cx="4572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3" name="Text Placeholder 17"/>
          <p:cNvSpPr>
            <a:spLocks noGrp="1"/>
          </p:cNvSpPr>
          <p:nvPr>
            <p:ph type="body" sz="quarter" idx="38" hasCustomPrompt="1"/>
          </p:nvPr>
        </p:nvSpPr>
        <p:spPr>
          <a:xfrm>
            <a:off x="274320" y="2246816"/>
            <a:ext cx="4572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4" name="Text Placeholder 17"/>
          <p:cNvSpPr>
            <a:spLocks noGrp="1"/>
          </p:cNvSpPr>
          <p:nvPr>
            <p:ph type="body" sz="quarter" idx="39" hasCustomPrompt="1"/>
          </p:nvPr>
        </p:nvSpPr>
        <p:spPr>
          <a:xfrm>
            <a:off x="5029200" y="2246816"/>
            <a:ext cx="4572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7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6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7"/>
            <a:ext cx="365760" cy="24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spcBef>
                <a:spcPts val="600"/>
              </a:spcBef>
              <a:defRPr sz="12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2338256"/>
            <a:ext cx="338328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188105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7406640" y="2338256"/>
            <a:ext cx="338328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7406640" y="188105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28" hasCustomPrompt="1"/>
          </p:nvPr>
        </p:nvSpPr>
        <p:spPr>
          <a:xfrm>
            <a:off x="3840480" y="2338256"/>
            <a:ext cx="338328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3840480" y="188105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972800" y="2338256"/>
            <a:ext cx="338328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33" hasCustomPrompt="1"/>
          </p:nvPr>
        </p:nvSpPr>
        <p:spPr>
          <a:xfrm>
            <a:off x="10972800" y="188105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274320" y="5264336"/>
            <a:ext cx="338328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6" hasCustomPrompt="1"/>
          </p:nvPr>
        </p:nvSpPr>
        <p:spPr>
          <a:xfrm>
            <a:off x="274320" y="480713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7" hasCustomPrompt="1"/>
          </p:nvPr>
        </p:nvSpPr>
        <p:spPr>
          <a:xfrm>
            <a:off x="7406640" y="5264336"/>
            <a:ext cx="338328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9" hasCustomPrompt="1"/>
          </p:nvPr>
        </p:nvSpPr>
        <p:spPr>
          <a:xfrm>
            <a:off x="7406640" y="480713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40" hasCustomPrompt="1"/>
          </p:nvPr>
        </p:nvSpPr>
        <p:spPr>
          <a:xfrm>
            <a:off x="3840480" y="5264336"/>
            <a:ext cx="338328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1" name="Text Placeholder 5"/>
          <p:cNvSpPr>
            <a:spLocks noGrp="1"/>
          </p:cNvSpPr>
          <p:nvPr>
            <p:ph type="body" sz="quarter" idx="42" hasCustomPrompt="1"/>
          </p:nvPr>
        </p:nvSpPr>
        <p:spPr>
          <a:xfrm>
            <a:off x="3840480" y="480713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42" name="Text Placeholder 5"/>
          <p:cNvSpPr>
            <a:spLocks noGrp="1"/>
          </p:cNvSpPr>
          <p:nvPr>
            <p:ph type="body" sz="quarter" idx="43" hasCustomPrompt="1"/>
          </p:nvPr>
        </p:nvSpPr>
        <p:spPr>
          <a:xfrm>
            <a:off x="10972800" y="5264336"/>
            <a:ext cx="338328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4" name="Text Placeholder 5"/>
          <p:cNvSpPr>
            <a:spLocks noGrp="1"/>
          </p:cNvSpPr>
          <p:nvPr>
            <p:ph type="body" sz="quarter" idx="45" hasCustomPrompt="1"/>
          </p:nvPr>
        </p:nvSpPr>
        <p:spPr>
          <a:xfrm>
            <a:off x="10972800" y="480713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46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10972800" y="517289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7406640" y="517289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47" hasCustomPrompt="1"/>
          </p:nvPr>
        </p:nvSpPr>
        <p:spPr>
          <a:xfrm>
            <a:off x="3840480" y="517289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48" hasCustomPrompt="1"/>
          </p:nvPr>
        </p:nvSpPr>
        <p:spPr>
          <a:xfrm>
            <a:off x="274320" y="517289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49" hasCustomPrompt="1"/>
          </p:nvPr>
        </p:nvSpPr>
        <p:spPr>
          <a:xfrm>
            <a:off x="10972800" y="224681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1" name="Text Placeholder 17"/>
          <p:cNvSpPr>
            <a:spLocks noGrp="1"/>
          </p:cNvSpPr>
          <p:nvPr>
            <p:ph type="body" sz="quarter" idx="50" hasCustomPrompt="1"/>
          </p:nvPr>
        </p:nvSpPr>
        <p:spPr>
          <a:xfrm>
            <a:off x="7406640" y="224681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51" hasCustomPrompt="1"/>
          </p:nvPr>
        </p:nvSpPr>
        <p:spPr>
          <a:xfrm>
            <a:off x="3840480" y="224681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52" hasCustomPrompt="1"/>
          </p:nvPr>
        </p:nvSpPr>
        <p:spPr>
          <a:xfrm>
            <a:off x="274320" y="224681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7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6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7"/>
            <a:ext cx="365760" cy="24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spcBef>
                <a:spcPts val="600"/>
              </a:spcBef>
              <a:defRPr sz="12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2338256"/>
            <a:ext cx="27432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821055" indent="0">
              <a:lnSpc>
                <a:spcPct val="100000"/>
              </a:lnSpc>
              <a:spcBef>
                <a:spcPts val="600"/>
              </a:spcBef>
              <a:buNone/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188105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3108960" y="2338256"/>
            <a:ext cx="27432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3108960" y="188105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5943600" y="2338256"/>
            <a:ext cx="27432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943600" y="188105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8778240" y="2338256"/>
            <a:ext cx="27432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8778240" y="188105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28" hasCustomPrompt="1"/>
          </p:nvPr>
        </p:nvSpPr>
        <p:spPr>
          <a:xfrm>
            <a:off x="11612880" y="2338256"/>
            <a:ext cx="27432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11612880" y="188105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39" name="Text Placeholder 5"/>
          <p:cNvSpPr>
            <a:spLocks noGrp="1"/>
          </p:cNvSpPr>
          <p:nvPr>
            <p:ph type="body" sz="quarter" idx="32" hasCustomPrompt="1"/>
          </p:nvPr>
        </p:nvSpPr>
        <p:spPr>
          <a:xfrm>
            <a:off x="274320" y="5264336"/>
            <a:ext cx="27432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</p:txBody>
      </p:sp>
      <p:sp>
        <p:nvSpPr>
          <p:cNvPr id="4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274320" y="480713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42" name="Text Placeholder 5"/>
          <p:cNvSpPr>
            <a:spLocks noGrp="1"/>
          </p:cNvSpPr>
          <p:nvPr>
            <p:ph type="body" sz="quarter" idx="35" hasCustomPrompt="1"/>
          </p:nvPr>
        </p:nvSpPr>
        <p:spPr>
          <a:xfrm>
            <a:off x="3108960" y="5264336"/>
            <a:ext cx="27432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</p:txBody>
      </p:sp>
      <p:sp>
        <p:nvSpPr>
          <p:cNvPr id="44" name="Text Placeholder 5"/>
          <p:cNvSpPr>
            <a:spLocks noGrp="1"/>
          </p:cNvSpPr>
          <p:nvPr>
            <p:ph type="body" sz="quarter" idx="37" hasCustomPrompt="1"/>
          </p:nvPr>
        </p:nvSpPr>
        <p:spPr>
          <a:xfrm>
            <a:off x="3108960" y="480713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45" name="Text Placeholder 5"/>
          <p:cNvSpPr>
            <a:spLocks noGrp="1"/>
          </p:cNvSpPr>
          <p:nvPr>
            <p:ph type="body" sz="quarter" idx="38" hasCustomPrompt="1"/>
          </p:nvPr>
        </p:nvSpPr>
        <p:spPr>
          <a:xfrm>
            <a:off x="5943600" y="5264336"/>
            <a:ext cx="27432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</p:txBody>
      </p:sp>
      <p:sp>
        <p:nvSpPr>
          <p:cNvPr id="47" name="Text Placeholder 5"/>
          <p:cNvSpPr>
            <a:spLocks noGrp="1"/>
          </p:cNvSpPr>
          <p:nvPr>
            <p:ph type="body" sz="quarter" idx="40" hasCustomPrompt="1"/>
          </p:nvPr>
        </p:nvSpPr>
        <p:spPr>
          <a:xfrm>
            <a:off x="5943600" y="480713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48" name="Text Placeholder 5"/>
          <p:cNvSpPr>
            <a:spLocks noGrp="1"/>
          </p:cNvSpPr>
          <p:nvPr>
            <p:ph type="body" sz="quarter" idx="41" hasCustomPrompt="1"/>
          </p:nvPr>
        </p:nvSpPr>
        <p:spPr>
          <a:xfrm>
            <a:off x="8778240" y="5264336"/>
            <a:ext cx="27432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</p:txBody>
      </p:sp>
      <p:sp>
        <p:nvSpPr>
          <p:cNvPr id="50" name="Text Placeholder 5"/>
          <p:cNvSpPr>
            <a:spLocks noGrp="1"/>
          </p:cNvSpPr>
          <p:nvPr>
            <p:ph type="body" sz="quarter" idx="43" hasCustomPrompt="1"/>
          </p:nvPr>
        </p:nvSpPr>
        <p:spPr>
          <a:xfrm>
            <a:off x="8778240" y="480713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51" name="Text Placeholder 5"/>
          <p:cNvSpPr>
            <a:spLocks noGrp="1"/>
          </p:cNvSpPr>
          <p:nvPr>
            <p:ph type="body" sz="quarter" idx="44" hasCustomPrompt="1"/>
          </p:nvPr>
        </p:nvSpPr>
        <p:spPr>
          <a:xfrm>
            <a:off x="11612880" y="5264336"/>
            <a:ext cx="2743200" cy="2194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</p:txBody>
      </p:sp>
      <p:sp>
        <p:nvSpPr>
          <p:cNvPr id="53" name="Text Placeholder 5"/>
          <p:cNvSpPr>
            <a:spLocks noGrp="1"/>
          </p:cNvSpPr>
          <p:nvPr>
            <p:ph type="body" sz="quarter" idx="46" hasCustomPrompt="1"/>
          </p:nvPr>
        </p:nvSpPr>
        <p:spPr>
          <a:xfrm>
            <a:off x="11612880" y="480713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47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11612880" y="5172896"/>
            <a:ext cx="2743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7" name="Text Placeholder 17"/>
          <p:cNvSpPr>
            <a:spLocks noGrp="1"/>
          </p:cNvSpPr>
          <p:nvPr>
            <p:ph type="body" sz="quarter" idx="48" hasCustomPrompt="1"/>
          </p:nvPr>
        </p:nvSpPr>
        <p:spPr>
          <a:xfrm>
            <a:off x="8778240" y="5172896"/>
            <a:ext cx="2743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8" name="Text Placeholder 17"/>
          <p:cNvSpPr>
            <a:spLocks noGrp="1"/>
          </p:cNvSpPr>
          <p:nvPr>
            <p:ph type="body" sz="quarter" idx="33" hasCustomPrompt="1"/>
          </p:nvPr>
        </p:nvSpPr>
        <p:spPr>
          <a:xfrm>
            <a:off x="5943600" y="5172896"/>
            <a:ext cx="2743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9" name="Text Placeholder 17"/>
          <p:cNvSpPr>
            <a:spLocks noGrp="1"/>
          </p:cNvSpPr>
          <p:nvPr>
            <p:ph type="body" sz="quarter" idx="49" hasCustomPrompt="1"/>
          </p:nvPr>
        </p:nvSpPr>
        <p:spPr>
          <a:xfrm>
            <a:off x="3108960" y="5172896"/>
            <a:ext cx="2743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50" hasCustomPrompt="1"/>
          </p:nvPr>
        </p:nvSpPr>
        <p:spPr>
          <a:xfrm>
            <a:off x="274320" y="5172896"/>
            <a:ext cx="2743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51" hasCustomPrompt="1"/>
          </p:nvPr>
        </p:nvSpPr>
        <p:spPr>
          <a:xfrm>
            <a:off x="11612880" y="2246816"/>
            <a:ext cx="2743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52" hasCustomPrompt="1"/>
          </p:nvPr>
        </p:nvSpPr>
        <p:spPr>
          <a:xfrm>
            <a:off x="8778240" y="2246816"/>
            <a:ext cx="2743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53" hasCustomPrompt="1"/>
          </p:nvPr>
        </p:nvSpPr>
        <p:spPr>
          <a:xfrm>
            <a:off x="5943600" y="2246816"/>
            <a:ext cx="2743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54" hasCustomPrompt="1"/>
          </p:nvPr>
        </p:nvSpPr>
        <p:spPr>
          <a:xfrm>
            <a:off x="3108960" y="2246816"/>
            <a:ext cx="2743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55" hasCustomPrompt="1"/>
          </p:nvPr>
        </p:nvSpPr>
        <p:spPr>
          <a:xfrm>
            <a:off x="274320" y="2246816"/>
            <a:ext cx="27432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7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6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7"/>
            <a:ext cx="365760" cy="24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spcBef>
                <a:spcPts val="600"/>
              </a:spcBef>
              <a:defRPr sz="12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x 2 *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2338256"/>
            <a:ext cx="685800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1881056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7498080" y="2338256"/>
            <a:ext cx="685800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7498080" y="1881056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5" name="Inhaltsplatzhalter 8"/>
          <p:cNvSpPr>
            <a:spLocks noGrp="1"/>
          </p:cNvSpPr>
          <p:nvPr>
            <p:ph sz="quarter" idx="36"/>
          </p:nvPr>
        </p:nvSpPr>
        <p:spPr>
          <a:xfrm rot="16200000">
            <a:off x="6766560" y="4788849"/>
            <a:ext cx="1097280" cy="219456"/>
          </a:xfrm>
          <a:prstGeom prst="flowChartMerge">
            <a:avLst/>
          </a:prstGeom>
          <a:solidFill>
            <a:schemeClr val="tx2"/>
          </a:solidFill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1000" b="1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  <a:lvl2pPr marL="272415" indent="0" algn="ctr">
              <a:buNone/>
              <a:defRPr sz="1920"/>
            </a:lvl2pPr>
            <a:lvl3pPr marL="575310" indent="0" algn="ctr">
              <a:buNone/>
              <a:defRPr sz="1920"/>
            </a:lvl3pPr>
            <a:lvl4pPr marL="851535" indent="0" algn="ctr">
              <a:buNone/>
              <a:defRPr sz="1920"/>
            </a:lvl4pPr>
            <a:lvl5pPr marL="1127760" indent="0" algn="ctr">
              <a:buNone/>
              <a:defRPr sz="1920"/>
            </a:lvl5pPr>
          </a:lstStyle>
          <a:p>
            <a:pPr lvl="0"/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 flipH="1">
            <a:off x="7205471" y="2338256"/>
            <a:ext cx="0" cy="5120640"/>
          </a:xfrm>
          <a:prstGeom prst="line">
            <a:avLst/>
          </a:prstGeom>
          <a:ln>
            <a:solidFill>
              <a:schemeClr val="tx2"/>
            </a:solidFill>
          </a:ln>
        </p:spPr>
      </p:cxnSp>
      <p:sp>
        <p:nvSpPr>
          <p:cNvPr id="16" name="Text Placeholder 3"/>
          <p:cNvSpPr>
            <a:spLocks noGrp="1"/>
          </p:cNvSpPr>
          <p:nvPr>
            <p:ph type="body" sz="quarter" idx="37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274320" y="2246816"/>
            <a:ext cx="6858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7498080" y="2246816"/>
            <a:ext cx="68580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7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9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7"/>
            <a:ext cx="365760" cy="24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spcBef>
                <a:spcPts val="600"/>
              </a:spcBef>
              <a:defRPr sz="12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x 3*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2338256"/>
            <a:ext cx="338328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188105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3840480" y="2338256"/>
            <a:ext cx="694944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3840480" y="1881056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10972800" y="2338256"/>
            <a:ext cx="338328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10972800" y="188105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10972800" y="224681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3840480" y="2246816"/>
            <a:ext cx="694944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1" name="Text Placeholder 17"/>
          <p:cNvSpPr>
            <a:spLocks noGrp="1"/>
          </p:cNvSpPr>
          <p:nvPr>
            <p:ph type="body" sz="quarter" idx="31" hasCustomPrompt="1"/>
          </p:nvPr>
        </p:nvSpPr>
        <p:spPr>
          <a:xfrm>
            <a:off x="274320" y="224681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7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5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7"/>
            <a:ext cx="365760" cy="24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spcBef>
                <a:spcPts val="600"/>
              </a:spcBef>
              <a:defRPr sz="12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x 4*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2338256"/>
            <a:ext cx="338328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188105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3840480" y="2338256"/>
            <a:ext cx="338328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3840480" y="188105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7406640" y="2338256"/>
            <a:ext cx="493776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7406640" y="1881056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12527280" y="2338256"/>
            <a:ext cx="1828800" cy="51206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12527280" y="1881056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12527280" y="2246816"/>
            <a:ext cx="182880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7406640" y="2246816"/>
            <a:ext cx="493776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3840480" y="224681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1" name="Text Placeholder 17"/>
          <p:cNvSpPr>
            <a:spLocks noGrp="1"/>
          </p:cNvSpPr>
          <p:nvPr>
            <p:ph type="body" sz="quarter" idx="31" hasCustomPrompt="1"/>
          </p:nvPr>
        </p:nvSpPr>
        <p:spPr>
          <a:xfrm>
            <a:off x="274320" y="2246816"/>
            <a:ext cx="3383280" cy="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7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6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7"/>
            <a:ext cx="365760" cy="24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spcBef>
                <a:spcPts val="600"/>
              </a:spcBef>
              <a:defRPr sz="12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2 *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3383280" y="1881056"/>
            <a:ext cx="10972800" cy="26517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1881056"/>
            <a:ext cx="2560320" cy="26517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3388114" y="4807136"/>
            <a:ext cx="10972800" cy="26517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  <a:p>
            <a:pPr lvl="3"/>
            <a:r>
              <a:rPr lang="en-US" dirty="0"/>
              <a:t>Fourth level 20 pt.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279154" y="4807136"/>
            <a:ext cx="2560320" cy="26517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7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4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7"/>
            <a:ext cx="365760" cy="24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spcBef>
                <a:spcPts val="600"/>
              </a:spcBef>
              <a:defRPr sz="12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2 *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3383280" y="1881056"/>
            <a:ext cx="10972800" cy="17373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1881056"/>
            <a:ext cx="2560320" cy="1737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3" name="Text Placeholder 5"/>
          <p:cNvSpPr>
            <a:spLocks noGrp="1"/>
          </p:cNvSpPr>
          <p:nvPr>
            <p:ph type="body" sz="quarter" idx="32" hasCustomPrompt="1"/>
          </p:nvPr>
        </p:nvSpPr>
        <p:spPr>
          <a:xfrm>
            <a:off x="3383280" y="3801296"/>
            <a:ext cx="10972800" cy="17373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33" hasCustomPrompt="1"/>
          </p:nvPr>
        </p:nvSpPr>
        <p:spPr>
          <a:xfrm>
            <a:off x="274320" y="3801296"/>
            <a:ext cx="2560320" cy="1737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3383280" y="5721536"/>
            <a:ext cx="10972800" cy="17373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>
              <a:lnSpc>
                <a:spcPct val="100000"/>
              </a:lnSpc>
              <a:spcBef>
                <a:spcPts val="600"/>
              </a:spcBef>
              <a:defRPr lang="en-US" sz="2000" kern="1200" baseline="0" dirty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  <a:p>
            <a:pPr lvl="2"/>
            <a:r>
              <a:rPr lang="en-US" dirty="0"/>
              <a:t>Third level 20 pt.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35" hasCustomPrompt="1"/>
          </p:nvPr>
        </p:nvSpPr>
        <p:spPr>
          <a:xfrm>
            <a:off x="274320" y="5721536"/>
            <a:ext cx="2560320" cy="1737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36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7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7"/>
            <a:ext cx="365760" cy="24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spcBef>
                <a:spcPts val="600"/>
              </a:spcBef>
              <a:defRPr sz="12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x 2 *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3383280" y="1881056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 algn="l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 algn="l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 algn="l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 algn="l">
              <a:lnSpc>
                <a:spcPct val="100000"/>
              </a:lnSpc>
              <a:spcBef>
                <a:spcPts val="600"/>
              </a:spcBef>
              <a:defRPr lang="en-US" sz="1600" kern="1200" dirty="0">
                <a:solidFill>
                  <a:schemeClr val="tx1"/>
                </a:solidFill>
                <a:latin typeface="Muli" panose="02000503040000020004"/>
                <a:ea typeface="Source Sans Pro" panose="020B0503030403020204" pitchFamily="34" charset="0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274320" y="1881056"/>
            <a:ext cx="2560320" cy="12801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3383280" y="4746176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 algn="l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 algn="l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 algn="l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 algn="l">
              <a:lnSpc>
                <a:spcPct val="100000"/>
              </a:lnSpc>
              <a:spcBef>
                <a:spcPts val="600"/>
              </a:spcBef>
              <a:defRPr lang="en-US" sz="1600" kern="1200" dirty="0">
                <a:solidFill>
                  <a:schemeClr val="tx1"/>
                </a:solidFill>
                <a:latin typeface="Muli" panose="02000503040000020004"/>
                <a:ea typeface="Source Sans Pro" panose="020B0503030403020204" pitchFamily="34" charset="0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274320" y="4746176"/>
            <a:ext cx="2560320" cy="12801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3383280" y="3313616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 algn="l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 algn="l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 algn="l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 algn="l">
              <a:lnSpc>
                <a:spcPct val="100000"/>
              </a:lnSpc>
              <a:spcBef>
                <a:spcPts val="600"/>
              </a:spcBef>
              <a:defRPr lang="en-US" sz="1600" kern="1200" dirty="0">
                <a:solidFill>
                  <a:schemeClr val="tx1"/>
                </a:solidFill>
                <a:latin typeface="Muli" panose="02000503040000020004"/>
                <a:ea typeface="Source Sans Pro" panose="020B0503030403020204" pitchFamily="34" charset="0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</p:txBody>
      </p:sp>
      <p:sp>
        <p:nvSpPr>
          <p:cNvPr id="3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274320" y="3313616"/>
            <a:ext cx="2560320" cy="12801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3383280" y="6178736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t"/>
          <a:lstStyle>
            <a:lvl1pPr marL="274320" indent="-274320" algn="l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 2" panose="05020102010507070707" pitchFamily="18" charset="2"/>
              <a:buChar char="¡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48640" indent="-274320" algn="l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2pPr>
            <a:lvl3pPr marL="822960" indent="-274320" algn="l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"/>
              <a:defRPr sz="2000" baseline="0">
                <a:solidFill>
                  <a:schemeClr val="tx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3pPr>
            <a:lvl4pPr marL="1097280" indent="-276225" algn="l">
              <a:lnSpc>
                <a:spcPct val="100000"/>
              </a:lnSpc>
              <a:spcBef>
                <a:spcPts val="600"/>
              </a:spcBef>
              <a:defRPr lang="en-US" sz="1600" kern="1200" dirty="0">
                <a:solidFill>
                  <a:schemeClr val="tx1"/>
                </a:solidFill>
                <a:latin typeface="Muli" panose="02000503040000020004"/>
                <a:ea typeface="Source Sans Pro" panose="020B0503030403020204" pitchFamily="34" charset="0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First level 20 pt.</a:t>
            </a:r>
            <a:br>
              <a:rPr lang="en-US" dirty="0"/>
            </a:br>
            <a:r>
              <a:rPr lang="en-US" dirty="0"/>
              <a:t>(Press Tab to enter next level, if any)</a:t>
            </a:r>
          </a:p>
          <a:p>
            <a:pPr lvl="1"/>
            <a:r>
              <a:rPr lang="en-US" dirty="0"/>
              <a:t>Second level 20 pt.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274320" y="6178736"/>
            <a:ext cx="2560320" cy="12801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000" b="1" cap="all" baseline="0">
                <a:solidFill>
                  <a:schemeClr val="accent1"/>
                </a:solidFill>
                <a:latin typeface="Muli" panose="02000503040000020004" pitchFamily="2" charset="0"/>
                <a:ea typeface="LiHei Pro" panose="020B0500000000000000" pitchFamily="50" charset="-128"/>
                <a:cs typeface="Arial" panose="020B0604020202020204" pitchFamily="34" charset="0"/>
              </a:defRPr>
            </a:lvl1pPr>
            <a:lvl2pPr marL="554355" indent="-281940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2pPr>
            <a:lvl3pPr marL="821055" indent="-266700">
              <a:buFont typeface="Arial Narrow" panose="020B0606020202030204" pitchFamily="34" charset="0"/>
              <a:buChar char="►"/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3pPr>
            <a:lvl4pPr marL="1097280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4pPr>
            <a:lvl5pPr marL="1373505" indent="-276225">
              <a:defRPr sz="1680">
                <a:solidFill>
                  <a:srgbClr val="595959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Sub-title 20 pt.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200" b="1" cap="all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 dirty="0"/>
              <a:t>TITLE 32 PT.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74320" y="950333"/>
            <a:ext cx="14081760" cy="731520"/>
          </a:xfrm>
          <a:prstGeom prst="rect">
            <a:avLst/>
          </a:prstGeom>
        </p:spPr>
        <p:txBody>
          <a:bodyPr anchor="t"/>
          <a:lstStyle>
            <a:lvl1pPr>
              <a:defRPr lang="en-US" sz="2200" b="0" cap="none" baseline="0" dirty="0"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Headline 22 pt.</a:t>
            </a:r>
            <a:br>
              <a:rPr lang="en-US" dirty="0"/>
            </a:br>
            <a:r>
              <a:rPr lang="en-US" dirty="0"/>
              <a:t>Key take-away(s) of this slide; max. 2 lines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59314" y="7853447"/>
            <a:ext cx="10972800" cy="24688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aseline="0">
                <a:latin typeface="Muli" panose="02000503040000020004" pitchFamily="2" charset="0"/>
                <a:ea typeface="LiHei Pro" panose="020B0500000000000000" pitchFamily="50" charset="-128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Source: 12 pt.</a:t>
            </a:r>
          </a:p>
        </p:txBody>
      </p:sp>
      <p:sp>
        <p:nvSpPr>
          <p:cNvPr id="12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7"/>
            <a:ext cx="365760" cy="24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spcBef>
                <a:spcPts val="600"/>
              </a:spcBef>
              <a:defRPr sz="12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274320" y="270042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 anchorCtr="0">
            <a:noAutofit/>
          </a:bodyPr>
          <a:lstStyle>
            <a:lvl1pPr marL="411480" lvl="0" indent="-411480" defTabSz="1097280" latinLnBrk="0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3200" b="1" cap="all" baseline="0">
                <a:latin typeface="Muli" panose="02000503040000020004"/>
                <a:ea typeface="Source Sans Pro Light" panose="020B0403030403020204" pitchFamily="34" charset="0"/>
              </a:defRPr>
            </a:lvl1pPr>
          </a:lstStyle>
          <a:p>
            <a:pPr marL="0" lvl="0" indent="0" algn="l">
              <a:spcBef>
                <a:spcPts val="600"/>
              </a:spcBef>
            </a:pPr>
            <a:r>
              <a:rPr lang="en-US" baseline="0" dirty="0">
                <a:latin typeface="Muli" panose="02000503040000020004" pitchFamily="2" charset="0"/>
                <a:ea typeface="LiHei Pro" panose="020B0500000000000000" pitchFamily="50" charset="-128"/>
              </a:rPr>
              <a:t>Thank you &amp; Questions?</a:t>
            </a:r>
          </a:p>
        </p:txBody>
      </p:sp>
      <p:pic>
        <p:nvPicPr>
          <p:cNvPr id="2" name="Picture 1" descr="http://content.presentermedia.com/files/animsp/00012000/12009/balance_questions_md_wm.gif"/>
          <p:cNvPicPr>
            <a:picLocks noChangeAspect="1" noChangeArrowheads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6696" y="1828800"/>
            <a:ext cx="4059549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https://thetravelwallet.files.wordpress.com/2014/05/thank-you.png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6" t="11044" r="8368" b="10168"/>
          <a:stretch>
            <a:fillRect/>
          </a:stretch>
        </p:blipFill>
        <p:spPr bwMode="auto">
          <a:xfrm>
            <a:off x="6071493" y="1828800"/>
            <a:ext cx="6602211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1956696" y="5659755"/>
            <a:ext cx="4059549" cy="7410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4772286" y="5309235"/>
            <a:ext cx="914400" cy="7410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7"/>
            <a:ext cx="365760" cy="24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spcBef>
                <a:spcPts val="600"/>
              </a:spcBef>
              <a:defRPr sz="12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flipV="1">
            <a:off x="1" y="0"/>
            <a:ext cx="14630398" cy="822960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</a:pPr>
            <a:endParaRPr lang="en-US" sz="4610" kern="1200" baseline="0" dirty="0">
              <a:latin typeface="Muli" panose="02000503040000020004" pitchFamily="2" charset="0"/>
              <a:ea typeface="LiHei Pro" panose="020B0500000000000000" pitchFamily="50" charset="-128"/>
            </a:endParaRPr>
          </a:p>
        </p:txBody>
      </p:sp>
      <p:pic>
        <p:nvPicPr>
          <p:cNvPr id="4" name="图片 3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492" y="3313478"/>
            <a:ext cx="2638901" cy="696058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7862275" y="3387187"/>
            <a:ext cx="5486400" cy="548640"/>
          </a:xfrm>
          <a:prstGeom prst="rect">
            <a:avLst/>
          </a:prstGeom>
        </p:spPr>
        <p:txBody>
          <a:bodyPr anchor="t"/>
          <a:lstStyle>
            <a:lvl1pPr defTabSz="685800" latinLnBrk="0">
              <a:lnSpc>
                <a:spcPct val="90000"/>
              </a:lnSpc>
              <a:spcBef>
                <a:spcPct val="0"/>
              </a:spcBef>
              <a:buNone/>
              <a:defRPr sz="2000">
                <a:solidFill>
                  <a:schemeClr val="bg1"/>
                </a:solidFill>
                <a:latin typeface="Muli" panose="02000503040000020004"/>
                <a:ea typeface="+mj-ea"/>
                <a:cs typeface="Muli" panose="02000503040000020004"/>
              </a:defRPr>
            </a:lvl1pPr>
          </a:lstStyle>
          <a:p>
            <a:pPr lvl="0" algn="l">
              <a:lnSpc>
                <a:spcPct val="100000"/>
              </a:lnSpc>
              <a:spcBef>
                <a:spcPts val="600"/>
              </a:spcBef>
            </a:pPr>
            <a:r>
              <a:rPr lang="en-US" sz="3200" baseline="0" dirty="0">
                <a:latin typeface="Muli" panose="02000503040000020004" pitchFamily="2" charset="0"/>
                <a:ea typeface="LiHei Pro" panose="020B0500000000000000" pitchFamily="50" charset="-128"/>
              </a:rPr>
              <a:t>THANK YOU!</a:t>
            </a: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rther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flipV="1">
            <a:off x="1" y="0"/>
            <a:ext cx="14630398" cy="822960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</a:pPr>
            <a:endParaRPr lang="en-US" sz="4610" kern="1200" baseline="0" dirty="0">
              <a:latin typeface="Muli" panose="02000503040000020004" pitchFamily="2" charset="0"/>
              <a:ea typeface="LiHei Pro" panose="020B0500000000000000" pitchFamily="50" charset="-128"/>
            </a:endParaRPr>
          </a:p>
        </p:txBody>
      </p:sp>
      <p:pic>
        <p:nvPicPr>
          <p:cNvPr id="4" name="图片 3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492" y="3313478"/>
            <a:ext cx="2638901" cy="696058"/>
          </a:xfrm>
          <a:prstGeom prst="rect">
            <a:avLst/>
          </a:prstGeom>
        </p:spPr>
      </p:pic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862275" y="4214827"/>
            <a:ext cx="5486400" cy="7916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2400" baseline="0">
                <a:solidFill>
                  <a:srgbClr val="FFFFFF"/>
                </a:solidFill>
                <a:latin typeface="Muli" panose="02000503040000020004" pitchFamily="2" charset="0"/>
                <a:ea typeface="LiHei Pro" panose="020B0500000000000000" pitchFamily="50" charset="-128"/>
                <a:cs typeface="Muli" panose="02000503040000020004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your information 24 pt.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7862275" y="2969847"/>
            <a:ext cx="5486400" cy="548640"/>
          </a:xfrm>
          <a:prstGeom prst="rect">
            <a:avLst/>
          </a:prstGeom>
        </p:spPr>
        <p:txBody>
          <a:bodyPr anchor="t"/>
          <a:lstStyle>
            <a:lvl1pPr defTabSz="685800" latinLnBrk="0">
              <a:lnSpc>
                <a:spcPct val="90000"/>
              </a:lnSpc>
              <a:spcBef>
                <a:spcPct val="0"/>
              </a:spcBef>
              <a:buNone/>
              <a:defRPr sz="2000">
                <a:solidFill>
                  <a:schemeClr val="bg1"/>
                </a:solidFill>
                <a:latin typeface="Muli" panose="02000503040000020004"/>
                <a:ea typeface="+mj-ea"/>
                <a:cs typeface="Muli" panose="02000503040000020004"/>
              </a:defRPr>
            </a:lvl1pPr>
          </a:lstStyle>
          <a:p>
            <a:pPr lvl="0" algn="l">
              <a:lnSpc>
                <a:spcPct val="100000"/>
              </a:lnSpc>
              <a:spcBef>
                <a:spcPts val="600"/>
              </a:spcBef>
            </a:pPr>
            <a:r>
              <a:rPr lang="en-US" sz="3200" baseline="0" dirty="0">
                <a:latin typeface="Muli" panose="02000503040000020004" pitchFamily="2" charset="0"/>
                <a:ea typeface="LiHei Pro" panose="020B0500000000000000" pitchFamily="50" charset="-128"/>
              </a:rPr>
              <a:t>THANK YOU!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7862275" y="3756856"/>
            <a:ext cx="5486400" cy="457971"/>
          </a:xfrm>
          <a:prstGeom prst="rect">
            <a:avLst/>
          </a:prstGeom>
        </p:spPr>
        <p:txBody>
          <a:bodyPr anchor="t"/>
          <a:lstStyle>
            <a:lvl1pPr indent="0" defTabSz="685800" latinLnBrk="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  <a:latin typeface="Muli Light"/>
                <a:cs typeface="Muli Light"/>
              </a:defRPr>
            </a:lvl1pPr>
            <a:lvl2pPr indent="0" algn="ctr" defTabSz="685800" latinLnBrk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indent="0" algn="ctr" defTabSz="685800" latinLnBrk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indent="0" algn="ctr" defTabSz="685800" latinLnBrk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4pPr>
            <a:lvl5pPr indent="0" algn="ctr" defTabSz="685800" latinLnBrk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5pPr>
            <a:lvl6pPr indent="0" algn="ctr" defTabSz="685800" latinLnBrk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6pPr>
            <a:lvl7pPr indent="0" algn="ctr" defTabSz="685800" latinLnBrk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7pPr>
            <a:lvl8pPr indent="0" algn="ctr" defTabSz="685800" latinLnBrk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8pPr>
            <a:lvl9pPr indent="0" algn="ctr" defTabSz="685800" latinLnBrk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>
              <a:lnSpc>
                <a:spcPct val="100000"/>
              </a:lnSpc>
              <a:spcBef>
                <a:spcPts val="600"/>
              </a:spcBef>
            </a:pPr>
            <a:r>
              <a:rPr lang="en-US" sz="2400" baseline="0" dirty="0">
                <a:latin typeface="Muli" panose="02000503040000020004" pitchFamily="2" charset="0"/>
                <a:ea typeface="LiHei Pro" panose="020B0500000000000000" pitchFamily="50" charset="-128"/>
              </a:rPr>
              <a:t>For further information:</a:t>
            </a: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-1" y="1"/>
            <a:ext cx="7363835" cy="6918053"/>
          </a:xfrm>
          <a:prstGeom prst="rect">
            <a:avLst/>
          </a:prstGeom>
          <a:solidFill>
            <a:schemeClr val="tx2">
              <a:lumMod val="50000"/>
              <a:alpha val="60000"/>
            </a:schemeClr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610" kern="1200" dirty="0">
              <a:latin typeface="Muli" panose="02000503040000020004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780015" y="1659683"/>
            <a:ext cx="6096427" cy="1764030"/>
          </a:xfrm>
          <a:prstGeom prst="rect">
            <a:avLst/>
          </a:prstGeom>
        </p:spPr>
        <p:txBody>
          <a:bodyPr/>
          <a:lstStyle>
            <a:lvl1pPr algn="l">
              <a:defRPr sz="4160">
                <a:solidFill>
                  <a:schemeClr val="bg1"/>
                </a:solidFill>
                <a:latin typeface="Muli" panose="0200050304000002000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780015" y="3734195"/>
            <a:ext cx="6096427" cy="118709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320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780015" y="5155833"/>
            <a:ext cx="3058680" cy="7638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240">
                <a:solidFill>
                  <a:schemeClr val="bg1"/>
                </a:solidFill>
                <a:latin typeface="Muli Light"/>
                <a:cs typeface="Muli Light"/>
              </a:defRPr>
            </a:lvl1pPr>
            <a:lvl2pPr marL="731520" indent="0">
              <a:buNone/>
              <a:defRPr sz="1920"/>
            </a:lvl2pPr>
            <a:lvl3pPr marL="1463040" indent="0">
              <a:buNone/>
              <a:defRPr sz="1600"/>
            </a:lvl3pPr>
            <a:lvl4pPr marL="2194560" indent="0">
              <a:buNone/>
              <a:defRPr sz="1440"/>
            </a:lvl4pPr>
            <a:lvl5pPr marL="2926080" indent="0">
              <a:buNone/>
              <a:defRPr sz="1440"/>
            </a:lvl5pPr>
            <a:lvl6pPr marL="3657600" indent="0">
              <a:buNone/>
              <a:defRPr sz="1440"/>
            </a:lvl6pPr>
            <a:lvl7pPr marL="4389120" indent="0">
              <a:buNone/>
              <a:defRPr sz="1440"/>
            </a:lvl7pPr>
            <a:lvl8pPr marL="5120640" indent="0">
              <a:buNone/>
              <a:defRPr sz="1440"/>
            </a:lvl8pPr>
            <a:lvl9pPr marL="5852160" indent="0">
              <a:buNone/>
              <a:defRPr sz="144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780015" y="2622481"/>
            <a:ext cx="8241045" cy="937434"/>
          </a:xfrm>
          <a:prstGeom prst="rect">
            <a:avLst/>
          </a:prstGeom>
        </p:spPr>
        <p:txBody>
          <a:bodyPr/>
          <a:lstStyle>
            <a:lvl1pPr algn="l">
              <a:defRPr sz="4160">
                <a:solidFill>
                  <a:schemeClr val="bg1"/>
                </a:solidFill>
                <a:latin typeface="Muli" panose="0200050304000002000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780015" y="3737945"/>
            <a:ext cx="8241045" cy="110469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320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half" idx="2"/>
          </p:nvPr>
        </p:nvSpPr>
        <p:spPr>
          <a:xfrm>
            <a:off x="780015" y="5155833"/>
            <a:ext cx="3058680" cy="7638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240">
                <a:solidFill>
                  <a:schemeClr val="bg1"/>
                </a:solidFill>
                <a:latin typeface="Muli Light"/>
                <a:cs typeface="Muli Light"/>
              </a:defRPr>
            </a:lvl1pPr>
            <a:lvl2pPr marL="731520" indent="0">
              <a:buNone/>
              <a:defRPr sz="1920"/>
            </a:lvl2pPr>
            <a:lvl3pPr marL="1463040" indent="0">
              <a:buNone/>
              <a:defRPr sz="1600"/>
            </a:lvl3pPr>
            <a:lvl4pPr marL="2194560" indent="0">
              <a:buNone/>
              <a:defRPr sz="1440"/>
            </a:lvl4pPr>
            <a:lvl5pPr marL="2926080" indent="0">
              <a:buNone/>
              <a:defRPr sz="1440"/>
            </a:lvl5pPr>
            <a:lvl6pPr marL="3657600" indent="0">
              <a:buNone/>
              <a:defRPr sz="1440"/>
            </a:lvl6pPr>
            <a:lvl7pPr marL="4389120" indent="0">
              <a:buNone/>
              <a:defRPr sz="1440"/>
            </a:lvl7pPr>
            <a:lvl8pPr marL="5120640" indent="0">
              <a:buNone/>
              <a:defRPr sz="1440"/>
            </a:lvl8pPr>
            <a:lvl9pPr marL="5852160" indent="0">
              <a:buNone/>
              <a:defRPr sz="144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/>
          <p:nvPr userDrawn="1"/>
        </p:nvSpPr>
        <p:spPr>
          <a:xfrm>
            <a:off x="-1" y="1119269"/>
            <a:ext cx="14630402" cy="3456384"/>
          </a:xfrm>
          <a:prstGeom prst="rect">
            <a:avLst/>
          </a:prstGeom>
          <a:solidFill>
            <a:schemeClr val="tx2">
              <a:lumMod val="50000"/>
              <a:alpha val="60000"/>
            </a:schemeClr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610" kern="1200" dirty="0">
              <a:latin typeface="Muli" panose="02000503040000020004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2487886" y="1349694"/>
            <a:ext cx="9575304" cy="1293576"/>
          </a:xfrm>
          <a:prstGeom prst="rect">
            <a:avLst/>
          </a:prstGeom>
        </p:spPr>
        <p:txBody>
          <a:bodyPr/>
          <a:lstStyle>
            <a:lvl1pPr algn="ctr">
              <a:defRPr sz="4160">
                <a:solidFill>
                  <a:schemeClr val="bg1"/>
                </a:solidFill>
                <a:latin typeface="Muli" panose="0200050304000002000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2487886" y="2646098"/>
            <a:ext cx="9575304" cy="87795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320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7886" y="3564398"/>
            <a:ext cx="9575304" cy="7638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240">
                <a:solidFill>
                  <a:schemeClr val="bg1"/>
                </a:solidFill>
                <a:latin typeface="Muli Light"/>
                <a:cs typeface="Muli Light"/>
              </a:defRPr>
            </a:lvl1pPr>
            <a:lvl2pPr marL="731520" indent="0">
              <a:buNone/>
              <a:defRPr sz="1920"/>
            </a:lvl2pPr>
            <a:lvl3pPr marL="1463040" indent="0">
              <a:buNone/>
              <a:defRPr sz="1600"/>
            </a:lvl3pPr>
            <a:lvl4pPr marL="2194560" indent="0">
              <a:buNone/>
              <a:defRPr sz="1440"/>
            </a:lvl4pPr>
            <a:lvl5pPr marL="2926080" indent="0">
              <a:buNone/>
              <a:defRPr sz="1440"/>
            </a:lvl5pPr>
            <a:lvl6pPr marL="3657600" indent="0">
              <a:buNone/>
              <a:defRPr sz="1440"/>
            </a:lvl6pPr>
            <a:lvl7pPr marL="4389120" indent="0">
              <a:buNone/>
              <a:defRPr sz="1440"/>
            </a:lvl7pPr>
            <a:lvl8pPr marL="5120640" indent="0">
              <a:buNone/>
              <a:defRPr sz="1440"/>
            </a:lvl8pPr>
            <a:lvl9pPr marL="5852160" indent="0">
              <a:buNone/>
              <a:defRPr sz="144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/>
          <p:nvPr userDrawn="1"/>
        </p:nvSpPr>
        <p:spPr>
          <a:xfrm>
            <a:off x="-1" y="1234480"/>
            <a:ext cx="14630402" cy="3456384"/>
          </a:xfrm>
          <a:prstGeom prst="rect">
            <a:avLst/>
          </a:prstGeom>
          <a:solidFill>
            <a:schemeClr val="tx2">
              <a:lumMod val="50000"/>
              <a:alpha val="60000"/>
            </a:schemeClr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610" kern="1200" dirty="0">
              <a:latin typeface="Muli" panose="02000503040000020004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951219" y="2748466"/>
            <a:ext cx="9966182" cy="905485"/>
          </a:xfrm>
          <a:prstGeom prst="rect">
            <a:avLst/>
          </a:prstGeom>
        </p:spPr>
        <p:txBody>
          <a:bodyPr/>
          <a:lstStyle>
            <a:lvl1pPr algn="l">
              <a:defRPr sz="4160" b="1">
                <a:solidFill>
                  <a:schemeClr val="bg1"/>
                </a:solidFill>
                <a:latin typeface="Muli Bold"/>
                <a:cs typeface="Muli Bold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930540" y="1686095"/>
            <a:ext cx="9986862" cy="106237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320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half" idx="2"/>
          </p:nvPr>
        </p:nvSpPr>
        <p:spPr>
          <a:xfrm>
            <a:off x="951219" y="3676463"/>
            <a:ext cx="5327066" cy="7638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240">
                <a:solidFill>
                  <a:schemeClr val="bg1"/>
                </a:solidFill>
                <a:latin typeface="Muli Light"/>
                <a:cs typeface="Muli Light"/>
              </a:defRPr>
            </a:lvl1pPr>
            <a:lvl2pPr marL="731520" indent="0">
              <a:buNone/>
              <a:defRPr sz="1920"/>
            </a:lvl2pPr>
            <a:lvl3pPr marL="1463040" indent="0">
              <a:buNone/>
              <a:defRPr sz="1600"/>
            </a:lvl3pPr>
            <a:lvl4pPr marL="2194560" indent="0">
              <a:buNone/>
              <a:defRPr sz="1440"/>
            </a:lvl4pPr>
            <a:lvl5pPr marL="2926080" indent="0">
              <a:buNone/>
              <a:defRPr sz="1440"/>
            </a:lvl5pPr>
            <a:lvl6pPr marL="3657600" indent="0">
              <a:buNone/>
              <a:defRPr sz="1440"/>
            </a:lvl6pPr>
            <a:lvl7pPr marL="4389120" indent="0">
              <a:buNone/>
              <a:defRPr sz="1440"/>
            </a:lvl7pPr>
            <a:lvl8pPr marL="5120640" indent="0">
              <a:buNone/>
              <a:defRPr sz="1440"/>
            </a:lvl8pPr>
            <a:lvl9pPr marL="5852160" indent="0">
              <a:buNone/>
              <a:defRPr sz="144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建筑的摆设布局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390"/>
            <a:ext cx="14630400" cy="8252379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0" y="-15335"/>
            <a:ext cx="14630400" cy="8229598"/>
          </a:xfrm>
          <a:prstGeom prst="rect">
            <a:avLst/>
          </a:prstGeom>
          <a:solidFill>
            <a:schemeClr val="tx2">
              <a:lumMod val="50000"/>
              <a:alpha val="8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610"/>
          </a:p>
        </p:txBody>
      </p:sp>
      <p:sp>
        <p:nvSpPr>
          <p:cNvPr id="2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07832" y="7329007"/>
            <a:ext cx="4632960" cy="439419"/>
          </a:xfrm>
          <a:prstGeom prst="rect">
            <a:avLst/>
          </a:prstGeom>
        </p:spPr>
        <p:txBody>
          <a:bodyPr/>
          <a:lstStyle>
            <a:lvl1pPr algn="ctr">
              <a:defRPr sz="1920">
                <a:solidFill>
                  <a:schemeClr val="bg1"/>
                </a:solidFill>
                <a:latin typeface="Muli Light"/>
                <a:cs typeface="Muli Light"/>
              </a:defRPr>
            </a:lvl1pPr>
          </a:lstStyle>
          <a:p>
            <a:endParaRPr lang="en-US" dirty="0"/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-8303" y="6668777"/>
            <a:ext cx="1559314" cy="1559314"/>
            <a:chOff x="5491" y="4185101"/>
            <a:chExt cx="974571" cy="974571"/>
          </a:xfrm>
        </p:grpSpPr>
        <p:sp>
          <p:nvSpPr>
            <p:cNvPr id="29" name="Right Triangle 28"/>
            <p:cNvSpPr/>
            <p:nvPr/>
          </p:nvSpPr>
          <p:spPr>
            <a:xfrm>
              <a:off x="5491" y="4185101"/>
              <a:ext cx="974571" cy="974571"/>
            </a:xfrm>
            <a:prstGeom prst="rtTriangle">
              <a:avLst/>
            </a:prstGeom>
            <a:solidFill>
              <a:srgbClr val="053A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610"/>
            </a:p>
          </p:txBody>
        </p:sp>
        <p:pic>
          <p:nvPicPr>
            <p:cNvPr id="30" name="Picture 29" descr="UST_L4_white.eps"/>
            <p:cNvPicPr>
              <a:picLocks noChangeAspect="1"/>
            </p:cNvPicPr>
            <p:nvPr/>
          </p:nvPicPr>
          <p:blipFill rotWithShape="1">
            <a:blip r:embed="rId3" cstate="screen"/>
            <a:srcRect r="76298"/>
            <a:stretch>
              <a:fillRect/>
            </a:stretch>
          </p:blipFill>
          <p:spPr>
            <a:xfrm>
              <a:off x="199585" y="4693906"/>
              <a:ext cx="224324" cy="302687"/>
            </a:xfrm>
            <a:prstGeom prst="rect">
              <a:avLst/>
            </a:prstGeom>
          </p:spPr>
        </p:pic>
      </p:grpSp>
      <p:sp>
        <p:nvSpPr>
          <p:cNvPr id="31" name="Title 1"/>
          <p:cNvSpPr>
            <a:spLocks noGrp="1"/>
          </p:cNvSpPr>
          <p:nvPr>
            <p:ph type="ctrTitle"/>
          </p:nvPr>
        </p:nvSpPr>
        <p:spPr>
          <a:xfrm>
            <a:off x="1041376" y="2583639"/>
            <a:ext cx="12435840" cy="1490099"/>
          </a:xfrm>
          <a:prstGeom prst="rect">
            <a:avLst/>
          </a:prstGeom>
        </p:spPr>
        <p:txBody>
          <a:bodyPr/>
          <a:lstStyle>
            <a:lvl1pPr algn="l">
              <a:defRPr sz="5120">
                <a:solidFill>
                  <a:srgbClr val="FFFFFF"/>
                </a:solidFill>
                <a:latin typeface="Muli" panose="02000503040000020004"/>
                <a:cs typeface="Muli" panose="0200050304000002000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2" name="Subtitle 2"/>
          <p:cNvSpPr>
            <a:spLocks noGrp="1"/>
          </p:cNvSpPr>
          <p:nvPr>
            <p:ph type="subTitle" idx="1"/>
          </p:nvPr>
        </p:nvSpPr>
        <p:spPr>
          <a:xfrm>
            <a:off x="1041376" y="3478314"/>
            <a:ext cx="10241280" cy="165051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84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天花板, 室内, 度假村, 建筑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2451"/>
            <a:ext cx="14630400" cy="8282051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0" y="-38317"/>
            <a:ext cx="14630400" cy="8267918"/>
          </a:xfrm>
          <a:prstGeom prst="rect">
            <a:avLst/>
          </a:prstGeom>
          <a:solidFill>
            <a:schemeClr val="tx2">
              <a:lumMod val="50000"/>
              <a:alpha val="7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610"/>
          </a:p>
        </p:txBody>
      </p:sp>
      <p:sp>
        <p:nvSpPr>
          <p:cNvPr id="2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07832" y="7329007"/>
            <a:ext cx="4632960" cy="439419"/>
          </a:xfrm>
          <a:prstGeom prst="rect">
            <a:avLst/>
          </a:prstGeom>
        </p:spPr>
        <p:txBody>
          <a:bodyPr/>
          <a:lstStyle>
            <a:lvl1pPr algn="ctr">
              <a:defRPr sz="1920">
                <a:solidFill>
                  <a:schemeClr val="bg1"/>
                </a:solidFill>
                <a:latin typeface="Muli Light"/>
                <a:cs typeface="Muli Light"/>
              </a:defRPr>
            </a:lvl1pPr>
          </a:lstStyle>
          <a:p>
            <a:endParaRPr lang="en-US" dirty="0"/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1" y="6670287"/>
            <a:ext cx="1559314" cy="1559314"/>
            <a:chOff x="5491" y="4185101"/>
            <a:chExt cx="974571" cy="974571"/>
          </a:xfrm>
        </p:grpSpPr>
        <p:sp>
          <p:nvSpPr>
            <p:cNvPr id="29" name="Right Triangle 28"/>
            <p:cNvSpPr/>
            <p:nvPr/>
          </p:nvSpPr>
          <p:spPr>
            <a:xfrm>
              <a:off x="5491" y="4185101"/>
              <a:ext cx="974571" cy="974571"/>
            </a:xfrm>
            <a:prstGeom prst="rtTriangle">
              <a:avLst/>
            </a:prstGeom>
            <a:solidFill>
              <a:srgbClr val="053A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610"/>
            </a:p>
          </p:txBody>
        </p:sp>
        <p:pic>
          <p:nvPicPr>
            <p:cNvPr id="30" name="Picture 29" descr="UST_L4_white.eps"/>
            <p:cNvPicPr>
              <a:picLocks noChangeAspect="1"/>
            </p:cNvPicPr>
            <p:nvPr/>
          </p:nvPicPr>
          <p:blipFill rotWithShape="1">
            <a:blip r:embed="rId3" cstate="screen"/>
            <a:srcRect r="76298"/>
            <a:stretch>
              <a:fillRect/>
            </a:stretch>
          </p:blipFill>
          <p:spPr>
            <a:xfrm>
              <a:off x="199585" y="4693906"/>
              <a:ext cx="224324" cy="302687"/>
            </a:xfrm>
            <a:prstGeom prst="rect">
              <a:avLst/>
            </a:prstGeom>
          </p:spPr>
        </p:pic>
      </p:grpSp>
      <p:sp>
        <p:nvSpPr>
          <p:cNvPr id="19" name="Title 1"/>
          <p:cNvSpPr>
            <a:spLocks noGrp="1"/>
          </p:cNvSpPr>
          <p:nvPr>
            <p:ph type="ctrTitle"/>
          </p:nvPr>
        </p:nvSpPr>
        <p:spPr>
          <a:xfrm>
            <a:off x="1041376" y="2583639"/>
            <a:ext cx="12435840" cy="1490099"/>
          </a:xfrm>
          <a:prstGeom prst="rect">
            <a:avLst/>
          </a:prstGeom>
        </p:spPr>
        <p:txBody>
          <a:bodyPr/>
          <a:lstStyle>
            <a:lvl1pPr algn="l">
              <a:defRPr sz="5120">
                <a:solidFill>
                  <a:srgbClr val="FFFFFF"/>
                </a:solidFill>
                <a:latin typeface="Muli" panose="02000503040000020004"/>
                <a:cs typeface="Muli" panose="0200050304000002000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1041376" y="3478314"/>
            <a:ext cx="10241280" cy="165051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84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一群人在餐厅里&#10;&#10;低可信度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778"/>
            <a:ext cx="14630400" cy="8252378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0" y="-22778"/>
            <a:ext cx="14630400" cy="8252378"/>
          </a:xfrm>
          <a:prstGeom prst="rect">
            <a:avLst/>
          </a:prstGeom>
          <a:solidFill>
            <a:schemeClr val="tx2">
              <a:lumMod val="50000"/>
              <a:alpha val="7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610"/>
          </a:p>
        </p:txBody>
      </p:sp>
      <p:sp>
        <p:nvSpPr>
          <p:cNvPr id="2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07832" y="7329007"/>
            <a:ext cx="4632960" cy="439419"/>
          </a:xfrm>
          <a:prstGeom prst="rect">
            <a:avLst/>
          </a:prstGeom>
        </p:spPr>
        <p:txBody>
          <a:bodyPr/>
          <a:lstStyle>
            <a:lvl1pPr algn="ctr">
              <a:defRPr sz="1920">
                <a:solidFill>
                  <a:schemeClr val="bg1"/>
                </a:solidFill>
                <a:latin typeface="Muli Light"/>
                <a:cs typeface="Muli Light"/>
              </a:defRPr>
            </a:lvl1pPr>
          </a:lstStyle>
          <a:p>
            <a:endParaRPr lang="en-US" dirty="0"/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1" y="6670287"/>
            <a:ext cx="1559314" cy="1559314"/>
            <a:chOff x="5491" y="4185101"/>
            <a:chExt cx="974571" cy="974571"/>
          </a:xfrm>
        </p:grpSpPr>
        <p:sp>
          <p:nvSpPr>
            <p:cNvPr id="29" name="Right Triangle 28"/>
            <p:cNvSpPr/>
            <p:nvPr/>
          </p:nvSpPr>
          <p:spPr>
            <a:xfrm>
              <a:off x="5491" y="4185101"/>
              <a:ext cx="974571" cy="974571"/>
            </a:xfrm>
            <a:prstGeom prst="rtTriangle">
              <a:avLst/>
            </a:prstGeom>
            <a:solidFill>
              <a:srgbClr val="053A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610"/>
            </a:p>
          </p:txBody>
        </p:sp>
        <p:pic>
          <p:nvPicPr>
            <p:cNvPr id="30" name="Picture 29" descr="UST_L4_white.eps"/>
            <p:cNvPicPr>
              <a:picLocks noChangeAspect="1"/>
            </p:cNvPicPr>
            <p:nvPr/>
          </p:nvPicPr>
          <p:blipFill rotWithShape="1">
            <a:blip r:embed="rId3" cstate="screen"/>
            <a:srcRect r="76298"/>
            <a:stretch>
              <a:fillRect/>
            </a:stretch>
          </p:blipFill>
          <p:spPr>
            <a:xfrm>
              <a:off x="199585" y="4693906"/>
              <a:ext cx="224324" cy="302687"/>
            </a:xfrm>
            <a:prstGeom prst="rect">
              <a:avLst/>
            </a:prstGeom>
          </p:spPr>
        </p:pic>
      </p:grpSp>
      <p:sp>
        <p:nvSpPr>
          <p:cNvPr id="19" name="Title 1"/>
          <p:cNvSpPr>
            <a:spLocks noGrp="1"/>
          </p:cNvSpPr>
          <p:nvPr>
            <p:ph type="ctrTitle"/>
          </p:nvPr>
        </p:nvSpPr>
        <p:spPr>
          <a:xfrm>
            <a:off x="1041376" y="2583639"/>
            <a:ext cx="12435840" cy="1490099"/>
          </a:xfrm>
          <a:prstGeom prst="rect">
            <a:avLst/>
          </a:prstGeom>
        </p:spPr>
        <p:txBody>
          <a:bodyPr/>
          <a:lstStyle>
            <a:lvl1pPr algn="l">
              <a:defRPr sz="5120">
                <a:solidFill>
                  <a:srgbClr val="FFFFFF"/>
                </a:solidFill>
                <a:latin typeface="Muli" panose="02000503040000020004"/>
                <a:cs typeface="Muli" panose="0200050304000002000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1041376" y="3478314"/>
            <a:ext cx="10241280" cy="165051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84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人们在房间里&#10;&#10;低可信度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04" y="-4881"/>
            <a:ext cx="14638704" cy="8244038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-8304" y="1"/>
            <a:ext cx="14638704" cy="8239157"/>
          </a:xfrm>
          <a:prstGeom prst="rect">
            <a:avLst/>
          </a:prstGeom>
          <a:solidFill>
            <a:schemeClr val="tx2">
              <a:lumMod val="50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610"/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-8303" y="6668777"/>
            <a:ext cx="1559314" cy="1559314"/>
            <a:chOff x="5491" y="4185101"/>
            <a:chExt cx="974571" cy="974571"/>
          </a:xfrm>
        </p:grpSpPr>
        <p:sp>
          <p:nvSpPr>
            <p:cNvPr id="29" name="Right Triangle 28"/>
            <p:cNvSpPr/>
            <p:nvPr/>
          </p:nvSpPr>
          <p:spPr>
            <a:xfrm>
              <a:off x="5491" y="4185101"/>
              <a:ext cx="974571" cy="974571"/>
            </a:xfrm>
            <a:prstGeom prst="rtTriangle">
              <a:avLst/>
            </a:prstGeom>
            <a:solidFill>
              <a:srgbClr val="053A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610"/>
            </a:p>
          </p:txBody>
        </p:sp>
        <p:pic>
          <p:nvPicPr>
            <p:cNvPr id="30" name="Picture 29" descr="UST_L4_white.eps"/>
            <p:cNvPicPr>
              <a:picLocks noChangeAspect="1"/>
            </p:cNvPicPr>
            <p:nvPr/>
          </p:nvPicPr>
          <p:blipFill rotWithShape="1">
            <a:blip r:embed="rId3" cstate="screen"/>
            <a:srcRect r="76298"/>
            <a:stretch>
              <a:fillRect/>
            </a:stretch>
          </p:blipFill>
          <p:spPr>
            <a:xfrm>
              <a:off x="199585" y="4693906"/>
              <a:ext cx="224324" cy="302687"/>
            </a:xfrm>
            <a:prstGeom prst="rect">
              <a:avLst/>
            </a:prstGeom>
          </p:spPr>
        </p:pic>
      </p:grpSp>
      <p:sp>
        <p:nvSpPr>
          <p:cNvPr id="19" name="Title 1"/>
          <p:cNvSpPr>
            <a:spLocks noGrp="1"/>
          </p:cNvSpPr>
          <p:nvPr>
            <p:ph type="ctrTitle"/>
          </p:nvPr>
        </p:nvSpPr>
        <p:spPr>
          <a:xfrm>
            <a:off x="1331870" y="1018137"/>
            <a:ext cx="12435840" cy="907621"/>
          </a:xfrm>
          <a:prstGeom prst="rect">
            <a:avLst/>
          </a:prstGeom>
        </p:spPr>
        <p:txBody>
          <a:bodyPr/>
          <a:lstStyle>
            <a:lvl1pPr algn="l">
              <a:defRPr sz="5120" b="1">
                <a:solidFill>
                  <a:srgbClr val="FFFFFF"/>
                </a:solidFill>
                <a:latin typeface="Muli" panose="02000503040000020004"/>
                <a:cs typeface="Muli" panose="0200050304000002000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1331870" y="2395154"/>
            <a:ext cx="12435838" cy="4816310"/>
          </a:xfrm>
          <a:prstGeom prst="rect">
            <a:avLst/>
          </a:prstGeom>
        </p:spPr>
        <p:txBody>
          <a:bodyPr/>
          <a:lstStyle>
            <a:lvl1pPr marL="548640" indent="-548640" algn="l">
              <a:buFont typeface="Wingdings" panose="05000000000000000000" pitchFamily="2" charset="2"/>
              <a:buChar char="§"/>
              <a:defRPr sz="224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人们在房间里&#10;&#10;低可信度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04" y="0"/>
            <a:ext cx="14630400" cy="8239363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-8304" y="0"/>
            <a:ext cx="14630400" cy="8239363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610" dirty="0"/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-8303" y="6668777"/>
            <a:ext cx="1559314" cy="1559314"/>
            <a:chOff x="5491" y="4185101"/>
            <a:chExt cx="974571" cy="974571"/>
          </a:xfrm>
        </p:grpSpPr>
        <p:sp>
          <p:nvSpPr>
            <p:cNvPr id="29" name="Right Triangle 28"/>
            <p:cNvSpPr/>
            <p:nvPr/>
          </p:nvSpPr>
          <p:spPr>
            <a:xfrm>
              <a:off x="5491" y="4185101"/>
              <a:ext cx="974571" cy="974571"/>
            </a:xfrm>
            <a:prstGeom prst="rtTriangle">
              <a:avLst/>
            </a:prstGeom>
            <a:solidFill>
              <a:srgbClr val="053A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610"/>
            </a:p>
          </p:txBody>
        </p:sp>
        <p:pic>
          <p:nvPicPr>
            <p:cNvPr id="30" name="Picture 29" descr="UST_L4_white.eps"/>
            <p:cNvPicPr>
              <a:picLocks noChangeAspect="1"/>
            </p:cNvPicPr>
            <p:nvPr/>
          </p:nvPicPr>
          <p:blipFill rotWithShape="1">
            <a:blip r:embed="rId3" cstate="screen"/>
            <a:srcRect r="76298"/>
            <a:stretch>
              <a:fillRect/>
            </a:stretch>
          </p:blipFill>
          <p:spPr>
            <a:xfrm>
              <a:off x="199585" y="4693906"/>
              <a:ext cx="224324" cy="302687"/>
            </a:xfrm>
            <a:prstGeom prst="rect">
              <a:avLst/>
            </a:prstGeom>
          </p:spPr>
        </p:pic>
      </p:grpSp>
      <p:sp>
        <p:nvSpPr>
          <p:cNvPr id="17" name="Title 1"/>
          <p:cNvSpPr>
            <a:spLocks noGrp="1"/>
          </p:cNvSpPr>
          <p:nvPr>
            <p:ph type="ctrTitle"/>
          </p:nvPr>
        </p:nvSpPr>
        <p:spPr>
          <a:xfrm>
            <a:off x="1331870" y="1018137"/>
            <a:ext cx="12435840" cy="907621"/>
          </a:xfrm>
          <a:prstGeom prst="rect">
            <a:avLst/>
          </a:prstGeom>
        </p:spPr>
        <p:txBody>
          <a:bodyPr/>
          <a:lstStyle>
            <a:lvl1pPr algn="l">
              <a:defRPr sz="5120" b="1">
                <a:solidFill>
                  <a:srgbClr val="FFFFFF"/>
                </a:solidFill>
                <a:latin typeface="Muli" panose="02000503040000020004"/>
                <a:cs typeface="Muli" panose="0200050304000002000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/>
          </p:nvPr>
        </p:nvSpPr>
        <p:spPr>
          <a:xfrm>
            <a:off x="1331870" y="2395154"/>
            <a:ext cx="12435838" cy="4816310"/>
          </a:xfrm>
          <a:prstGeom prst="rect">
            <a:avLst/>
          </a:prstGeom>
        </p:spPr>
        <p:txBody>
          <a:bodyPr/>
          <a:lstStyle>
            <a:lvl1pPr marL="548640" indent="-548640" algn="l">
              <a:buFont typeface="Wingdings" panose="05000000000000000000" pitchFamily="2" charset="2"/>
              <a:buChar char="§"/>
              <a:defRPr sz="224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" y="0"/>
            <a:ext cx="14630402" cy="82296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610" kern="1200" dirty="0">
              <a:latin typeface="Muli" panose="02000503040000020004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1097281" y="2039722"/>
            <a:ext cx="7296075" cy="1490099"/>
          </a:xfrm>
          <a:prstGeom prst="rect">
            <a:avLst/>
          </a:prstGeom>
        </p:spPr>
        <p:txBody>
          <a:bodyPr/>
          <a:lstStyle>
            <a:lvl1pPr algn="l">
              <a:defRPr sz="5120" b="1">
                <a:solidFill>
                  <a:srgbClr val="FFFF00"/>
                </a:solidFill>
                <a:latin typeface="Muli" panose="02000503040000020004"/>
                <a:cs typeface="Muli" panose="0200050304000002000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1097281" y="3930466"/>
            <a:ext cx="7296075" cy="165051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98720" y="7497935"/>
            <a:ext cx="4632960" cy="439419"/>
          </a:xfrm>
          <a:prstGeom prst="rect">
            <a:avLst/>
          </a:prstGeom>
        </p:spPr>
        <p:txBody>
          <a:bodyPr/>
          <a:lstStyle>
            <a:lvl1pPr algn="ctr">
              <a:defRPr sz="1920">
                <a:solidFill>
                  <a:schemeClr val="bg1"/>
                </a:solidFill>
                <a:latin typeface="Muli Light"/>
                <a:cs typeface="Muli Light"/>
              </a:defRPr>
            </a:lvl1pPr>
          </a:lstStyle>
          <a:p>
            <a:endParaRPr lang="en-US" dirty="0"/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-8303" y="6668777"/>
            <a:ext cx="1559314" cy="1559314"/>
            <a:chOff x="5491" y="4185101"/>
            <a:chExt cx="974571" cy="974571"/>
          </a:xfrm>
        </p:grpSpPr>
        <p:sp>
          <p:nvSpPr>
            <p:cNvPr id="21" name="Right Triangle 20"/>
            <p:cNvSpPr/>
            <p:nvPr/>
          </p:nvSpPr>
          <p:spPr>
            <a:xfrm>
              <a:off x="5491" y="4185101"/>
              <a:ext cx="974571" cy="974571"/>
            </a:xfrm>
            <a:prstGeom prst="rtTriangle">
              <a:avLst/>
            </a:prstGeom>
            <a:solidFill>
              <a:srgbClr val="053A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610"/>
            </a:p>
          </p:txBody>
        </p:sp>
        <p:pic>
          <p:nvPicPr>
            <p:cNvPr id="22" name="Picture 21" descr="UST_L4_white.eps"/>
            <p:cNvPicPr>
              <a:picLocks noChangeAspect="1"/>
            </p:cNvPicPr>
            <p:nvPr/>
          </p:nvPicPr>
          <p:blipFill rotWithShape="1">
            <a:blip r:embed="rId2" cstate="screen"/>
            <a:srcRect r="76298"/>
            <a:stretch>
              <a:fillRect/>
            </a:stretch>
          </p:blipFill>
          <p:spPr>
            <a:xfrm>
              <a:off x="199585" y="4693906"/>
              <a:ext cx="224324" cy="302687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097280" y="2557782"/>
            <a:ext cx="12435840" cy="1762760"/>
          </a:xfrm>
        </p:spPr>
        <p:txBody>
          <a:bodyPr>
            <a:normAutofit/>
          </a:bodyPr>
          <a:lstStyle>
            <a:lvl1pPr algn="ctr">
              <a:defRPr sz="448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2194560" y="4663440"/>
            <a:ext cx="10241280" cy="2103120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98720" y="7518209"/>
            <a:ext cx="4632960" cy="43941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960" y="7518209"/>
            <a:ext cx="3413760" cy="439419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324134" y="773628"/>
            <a:ext cx="12574746" cy="92817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324134" y="1920241"/>
            <a:ext cx="12574746" cy="49260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98720" y="7518209"/>
            <a:ext cx="4632960" cy="43941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960" y="7518209"/>
            <a:ext cx="3413760" cy="439419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55701" y="5288280"/>
            <a:ext cx="12435840" cy="1635760"/>
          </a:xfrm>
        </p:spPr>
        <p:txBody>
          <a:bodyPr anchor="t">
            <a:normAutofit/>
          </a:bodyPr>
          <a:lstStyle>
            <a:lvl1pPr algn="l">
              <a:defRPr sz="48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155701" y="3487422"/>
            <a:ext cx="12435840" cy="1800859"/>
          </a:xfrm>
        </p:spPr>
        <p:txBody>
          <a:bodyPr anchor="b">
            <a:normAutofit/>
          </a:bodyPr>
          <a:lstStyle>
            <a:lvl1pPr marL="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1pPr>
            <a:lvl2pPr marL="73152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2pPr>
            <a:lvl3pPr marL="146304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3pPr>
            <a:lvl4pPr marL="2194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9260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6576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43891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8521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98720" y="7518209"/>
            <a:ext cx="4632960" cy="43941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960" y="7518209"/>
            <a:ext cx="3413760" cy="439419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324134" y="588106"/>
            <a:ext cx="12574746" cy="1371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1324134" y="1920242"/>
            <a:ext cx="5869146" cy="5035453"/>
          </a:xfrm>
        </p:spPr>
        <p:txBody>
          <a:bodyPr/>
          <a:lstStyle>
            <a:lvl1pPr>
              <a:defRPr sz="4480"/>
            </a:lvl1pPr>
            <a:lvl2pPr>
              <a:defRPr sz="3840"/>
            </a:lvl2pPr>
            <a:lvl3pPr>
              <a:defRPr sz="3200"/>
            </a:lvl3pPr>
            <a:lvl4pPr>
              <a:defRPr sz="2880"/>
            </a:lvl4pPr>
            <a:lvl5pPr>
              <a:defRPr sz="2880"/>
            </a:lvl5pPr>
            <a:lvl6pPr>
              <a:defRPr sz="2880"/>
            </a:lvl6pPr>
            <a:lvl7pPr>
              <a:defRPr sz="2880"/>
            </a:lvl7pPr>
            <a:lvl8pPr>
              <a:defRPr sz="2880"/>
            </a:lvl8pPr>
            <a:lvl9pPr>
              <a:defRPr sz="288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"/>
          </p:nvPr>
        </p:nvSpPr>
        <p:spPr>
          <a:xfrm>
            <a:off x="8029734" y="1920242"/>
            <a:ext cx="5869146" cy="5035453"/>
          </a:xfrm>
        </p:spPr>
        <p:txBody>
          <a:bodyPr/>
          <a:lstStyle>
            <a:lvl1pPr>
              <a:defRPr sz="4480"/>
            </a:lvl1pPr>
            <a:lvl2pPr>
              <a:defRPr sz="3840"/>
            </a:lvl2pPr>
            <a:lvl3pPr>
              <a:defRPr sz="3200"/>
            </a:lvl3pPr>
            <a:lvl4pPr>
              <a:defRPr sz="2880"/>
            </a:lvl4pPr>
            <a:lvl5pPr>
              <a:defRPr sz="2880"/>
            </a:lvl5pPr>
            <a:lvl6pPr>
              <a:defRPr sz="2880"/>
            </a:lvl6pPr>
            <a:lvl7pPr>
              <a:defRPr sz="2880"/>
            </a:lvl7pPr>
            <a:lvl8pPr>
              <a:defRPr sz="2880"/>
            </a:lvl8pPr>
            <a:lvl9pPr>
              <a:defRPr sz="288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98720" y="7518209"/>
            <a:ext cx="4632960" cy="43941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960" y="7518209"/>
            <a:ext cx="3413760" cy="439419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331869" y="766158"/>
            <a:ext cx="12567010" cy="935642"/>
          </a:xfrm>
        </p:spPr>
        <p:txBody>
          <a:bodyPr>
            <a:normAutofit/>
          </a:bodyPr>
          <a:lstStyle>
            <a:lvl1pPr algn="l">
              <a:defRPr sz="51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98720" y="7518209"/>
            <a:ext cx="4632960" cy="43941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960" y="7518209"/>
            <a:ext cx="3413760" cy="439419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98720" y="7518209"/>
            <a:ext cx="4632960" cy="43941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960" y="7518209"/>
            <a:ext cx="3413760" cy="439419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31521" y="327662"/>
            <a:ext cx="4813301" cy="1394459"/>
          </a:xfrm>
        </p:spPr>
        <p:txBody>
          <a:bodyPr anchor="t"/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1" y="1722121"/>
            <a:ext cx="4813301" cy="5186680"/>
          </a:xfrm>
        </p:spPr>
        <p:txBody>
          <a:bodyPr/>
          <a:lstStyle>
            <a:lvl1pPr marL="0" indent="0">
              <a:buNone/>
              <a:defRPr sz="2240"/>
            </a:lvl1pPr>
            <a:lvl2pPr marL="731520" indent="0">
              <a:buNone/>
              <a:defRPr sz="1920"/>
            </a:lvl2pPr>
            <a:lvl3pPr marL="1463040" indent="0">
              <a:buNone/>
              <a:defRPr sz="1600"/>
            </a:lvl3pPr>
            <a:lvl4pPr marL="2194560" indent="0">
              <a:buNone/>
              <a:defRPr sz="1440"/>
            </a:lvl4pPr>
            <a:lvl5pPr marL="2926080" indent="0">
              <a:buNone/>
              <a:defRPr sz="1440"/>
            </a:lvl5pPr>
            <a:lvl6pPr marL="3657600" indent="0">
              <a:buNone/>
              <a:defRPr sz="1440"/>
            </a:lvl6pPr>
            <a:lvl7pPr marL="4389120" indent="0">
              <a:buNone/>
              <a:defRPr sz="1440"/>
            </a:lvl7pPr>
            <a:lvl8pPr marL="5120640" indent="0">
              <a:buNone/>
              <a:defRPr sz="1440"/>
            </a:lvl8pPr>
            <a:lvl9pPr marL="5852160" indent="0">
              <a:buNone/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5986582" y="327661"/>
            <a:ext cx="8299941" cy="6581139"/>
          </a:xfrm>
        </p:spPr>
        <p:txBody>
          <a:bodyPr/>
          <a:lstStyle>
            <a:lvl1pPr marL="0" indent="0">
              <a:buNone/>
              <a:defRPr sz="5120"/>
            </a:lvl1pPr>
            <a:lvl2pPr marL="731520" indent="0">
              <a:buNone/>
              <a:defRPr sz="4480"/>
            </a:lvl2pPr>
            <a:lvl3pPr marL="1463040" indent="0">
              <a:buNone/>
              <a:defRPr sz="3840"/>
            </a:lvl3pPr>
            <a:lvl4pPr marL="2194560" indent="0">
              <a:buNone/>
              <a:defRPr sz="3200"/>
            </a:lvl4pPr>
            <a:lvl5pPr marL="2926080" indent="0">
              <a:buNone/>
              <a:defRPr sz="3200"/>
            </a:lvl5pPr>
            <a:lvl6pPr marL="3657600" indent="0">
              <a:buNone/>
              <a:defRPr sz="3200"/>
            </a:lvl6pPr>
            <a:lvl7pPr marL="4389120" indent="0">
              <a:buNone/>
              <a:defRPr sz="3200"/>
            </a:lvl7pPr>
            <a:lvl8pPr marL="5120640" indent="0">
              <a:buNone/>
              <a:defRPr sz="3200"/>
            </a:lvl8pPr>
            <a:lvl9pPr marL="5852160" indent="0">
              <a:buNone/>
              <a:defRPr sz="3200"/>
            </a:lvl9pPr>
          </a:lstStyle>
          <a:p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98720" y="7518209"/>
            <a:ext cx="4632960" cy="43941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960" y="7518209"/>
            <a:ext cx="3413760" cy="439419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867661" y="5369950"/>
            <a:ext cx="8778240" cy="680720"/>
          </a:xfrm>
        </p:spPr>
        <p:txBody>
          <a:bodyPr anchor="b"/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2867661" y="345830"/>
            <a:ext cx="8778240" cy="4937760"/>
          </a:xfrm>
        </p:spPr>
        <p:txBody>
          <a:bodyPr/>
          <a:lstStyle>
            <a:lvl1pPr marL="0" indent="0">
              <a:buNone/>
              <a:defRPr sz="5120"/>
            </a:lvl1pPr>
            <a:lvl2pPr marL="731520" indent="0">
              <a:buNone/>
              <a:defRPr sz="4480"/>
            </a:lvl2pPr>
            <a:lvl3pPr marL="1463040" indent="0">
              <a:buNone/>
              <a:defRPr sz="3840"/>
            </a:lvl3pPr>
            <a:lvl4pPr marL="2194560" indent="0">
              <a:buNone/>
              <a:defRPr sz="3200"/>
            </a:lvl4pPr>
            <a:lvl5pPr marL="2926080" indent="0">
              <a:buNone/>
              <a:defRPr sz="3200"/>
            </a:lvl5pPr>
            <a:lvl6pPr marL="3657600" indent="0">
              <a:buNone/>
              <a:defRPr sz="3200"/>
            </a:lvl6pPr>
            <a:lvl7pPr marL="4389120" indent="0">
              <a:buNone/>
              <a:defRPr sz="3200"/>
            </a:lvl7pPr>
            <a:lvl8pPr marL="5120640" indent="0">
              <a:buNone/>
              <a:defRPr sz="3200"/>
            </a:lvl8pPr>
            <a:lvl9pPr marL="5852160" indent="0">
              <a:buNone/>
              <a:defRPr sz="3200"/>
            </a:lvl9pPr>
          </a:lstStyle>
          <a:p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2867661" y="6050670"/>
            <a:ext cx="8778240" cy="965200"/>
          </a:xfrm>
        </p:spPr>
        <p:txBody>
          <a:bodyPr/>
          <a:lstStyle>
            <a:lvl1pPr marL="0" indent="0">
              <a:buNone/>
              <a:defRPr sz="2240"/>
            </a:lvl1pPr>
            <a:lvl2pPr marL="731520" indent="0">
              <a:buNone/>
              <a:defRPr sz="1920"/>
            </a:lvl2pPr>
            <a:lvl3pPr marL="1463040" indent="0">
              <a:buNone/>
              <a:defRPr sz="1600"/>
            </a:lvl3pPr>
            <a:lvl4pPr marL="2194560" indent="0">
              <a:buNone/>
              <a:defRPr sz="1440"/>
            </a:lvl4pPr>
            <a:lvl5pPr marL="2926080" indent="0">
              <a:buNone/>
              <a:defRPr sz="1440"/>
            </a:lvl5pPr>
            <a:lvl6pPr marL="3657600" indent="0">
              <a:buNone/>
              <a:defRPr sz="1440"/>
            </a:lvl6pPr>
            <a:lvl7pPr marL="4389120" indent="0">
              <a:buNone/>
              <a:defRPr sz="1440"/>
            </a:lvl7pPr>
            <a:lvl8pPr marL="5120640" indent="0">
              <a:buNone/>
              <a:defRPr sz="1440"/>
            </a:lvl8pPr>
            <a:lvl9pPr marL="5852160" indent="0">
              <a:buNone/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98720" y="7518209"/>
            <a:ext cx="4632960" cy="43941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960" y="7518209"/>
            <a:ext cx="3413760" cy="439419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097280" y="2557782"/>
            <a:ext cx="12435840" cy="1762760"/>
          </a:xfrm>
        </p:spPr>
        <p:txBody>
          <a:bodyPr>
            <a:normAutofit/>
          </a:bodyPr>
          <a:lstStyle>
            <a:lvl1pPr algn="ctr">
              <a:defRPr sz="448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2194560" y="4663440"/>
            <a:ext cx="10241280" cy="2103120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98720" y="7518209"/>
            <a:ext cx="4632960" cy="43941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960" y="7518209"/>
            <a:ext cx="3413760" cy="439419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324134" y="773628"/>
            <a:ext cx="12574746" cy="92817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324134" y="1920241"/>
            <a:ext cx="12574746" cy="49260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98720" y="7518209"/>
            <a:ext cx="4632960" cy="43941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960" y="7518209"/>
            <a:ext cx="3413760" cy="439419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55701" y="5288280"/>
            <a:ext cx="12435840" cy="1635760"/>
          </a:xfrm>
        </p:spPr>
        <p:txBody>
          <a:bodyPr anchor="t">
            <a:normAutofit/>
          </a:bodyPr>
          <a:lstStyle>
            <a:lvl1pPr algn="l">
              <a:defRPr sz="48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155701" y="3487422"/>
            <a:ext cx="12435840" cy="1800859"/>
          </a:xfrm>
        </p:spPr>
        <p:txBody>
          <a:bodyPr anchor="b">
            <a:normAutofit/>
          </a:bodyPr>
          <a:lstStyle>
            <a:lvl1pPr marL="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1pPr>
            <a:lvl2pPr marL="73152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2pPr>
            <a:lvl3pPr marL="146304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3pPr>
            <a:lvl4pPr marL="2194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9260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6576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43891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8521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98720" y="7518209"/>
            <a:ext cx="4632960" cy="43941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960" y="7518209"/>
            <a:ext cx="3413760" cy="439419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324134" y="588106"/>
            <a:ext cx="12574746" cy="1371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1324134" y="1920242"/>
            <a:ext cx="5869146" cy="5035453"/>
          </a:xfrm>
        </p:spPr>
        <p:txBody>
          <a:bodyPr/>
          <a:lstStyle>
            <a:lvl1pPr>
              <a:defRPr sz="4480"/>
            </a:lvl1pPr>
            <a:lvl2pPr>
              <a:defRPr sz="3840"/>
            </a:lvl2pPr>
            <a:lvl3pPr>
              <a:defRPr sz="3200"/>
            </a:lvl3pPr>
            <a:lvl4pPr>
              <a:defRPr sz="2880"/>
            </a:lvl4pPr>
            <a:lvl5pPr>
              <a:defRPr sz="2880"/>
            </a:lvl5pPr>
            <a:lvl6pPr>
              <a:defRPr sz="2880"/>
            </a:lvl6pPr>
            <a:lvl7pPr>
              <a:defRPr sz="2880"/>
            </a:lvl7pPr>
            <a:lvl8pPr>
              <a:defRPr sz="2880"/>
            </a:lvl8pPr>
            <a:lvl9pPr>
              <a:defRPr sz="288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"/>
          </p:nvPr>
        </p:nvSpPr>
        <p:spPr>
          <a:xfrm>
            <a:off x="8029734" y="1920242"/>
            <a:ext cx="5869146" cy="5035453"/>
          </a:xfrm>
        </p:spPr>
        <p:txBody>
          <a:bodyPr/>
          <a:lstStyle>
            <a:lvl1pPr>
              <a:defRPr sz="4480"/>
            </a:lvl1pPr>
            <a:lvl2pPr>
              <a:defRPr sz="3840"/>
            </a:lvl2pPr>
            <a:lvl3pPr>
              <a:defRPr sz="3200"/>
            </a:lvl3pPr>
            <a:lvl4pPr>
              <a:defRPr sz="2880"/>
            </a:lvl4pPr>
            <a:lvl5pPr>
              <a:defRPr sz="2880"/>
            </a:lvl5pPr>
            <a:lvl6pPr>
              <a:defRPr sz="2880"/>
            </a:lvl6pPr>
            <a:lvl7pPr>
              <a:defRPr sz="2880"/>
            </a:lvl7pPr>
            <a:lvl8pPr>
              <a:defRPr sz="2880"/>
            </a:lvl8pPr>
            <a:lvl9pPr>
              <a:defRPr sz="288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98720" y="7518209"/>
            <a:ext cx="4632960" cy="43941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960" y="7518209"/>
            <a:ext cx="3413760" cy="439419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331869" y="766158"/>
            <a:ext cx="12567010" cy="935642"/>
          </a:xfrm>
        </p:spPr>
        <p:txBody>
          <a:bodyPr>
            <a:normAutofit/>
          </a:bodyPr>
          <a:lstStyle>
            <a:lvl1pPr algn="l">
              <a:defRPr sz="51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98720" y="7518209"/>
            <a:ext cx="4632960" cy="43941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960" y="7518209"/>
            <a:ext cx="3413760" cy="439419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98720" y="7518209"/>
            <a:ext cx="4632960" cy="43941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960" y="7518209"/>
            <a:ext cx="3413760" cy="439419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31521" y="327662"/>
            <a:ext cx="4813301" cy="1394459"/>
          </a:xfrm>
        </p:spPr>
        <p:txBody>
          <a:bodyPr anchor="t"/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1" y="1722121"/>
            <a:ext cx="4813301" cy="5186680"/>
          </a:xfrm>
        </p:spPr>
        <p:txBody>
          <a:bodyPr/>
          <a:lstStyle>
            <a:lvl1pPr marL="0" indent="0">
              <a:buNone/>
              <a:defRPr sz="2240"/>
            </a:lvl1pPr>
            <a:lvl2pPr marL="731520" indent="0">
              <a:buNone/>
              <a:defRPr sz="1920"/>
            </a:lvl2pPr>
            <a:lvl3pPr marL="1463040" indent="0">
              <a:buNone/>
              <a:defRPr sz="1600"/>
            </a:lvl3pPr>
            <a:lvl4pPr marL="2194560" indent="0">
              <a:buNone/>
              <a:defRPr sz="1440"/>
            </a:lvl4pPr>
            <a:lvl5pPr marL="2926080" indent="0">
              <a:buNone/>
              <a:defRPr sz="1440"/>
            </a:lvl5pPr>
            <a:lvl6pPr marL="3657600" indent="0">
              <a:buNone/>
              <a:defRPr sz="1440"/>
            </a:lvl6pPr>
            <a:lvl7pPr marL="4389120" indent="0">
              <a:buNone/>
              <a:defRPr sz="1440"/>
            </a:lvl7pPr>
            <a:lvl8pPr marL="5120640" indent="0">
              <a:buNone/>
              <a:defRPr sz="1440"/>
            </a:lvl8pPr>
            <a:lvl9pPr marL="5852160" indent="0">
              <a:buNone/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5986582" y="327661"/>
            <a:ext cx="8299941" cy="6581139"/>
          </a:xfrm>
        </p:spPr>
        <p:txBody>
          <a:bodyPr/>
          <a:lstStyle>
            <a:lvl1pPr marL="0" indent="0">
              <a:buNone/>
              <a:defRPr sz="5120"/>
            </a:lvl1pPr>
            <a:lvl2pPr marL="731520" indent="0">
              <a:buNone/>
              <a:defRPr sz="4480"/>
            </a:lvl2pPr>
            <a:lvl3pPr marL="1463040" indent="0">
              <a:buNone/>
              <a:defRPr sz="3840"/>
            </a:lvl3pPr>
            <a:lvl4pPr marL="2194560" indent="0">
              <a:buNone/>
              <a:defRPr sz="3200"/>
            </a:lvl4pPr>
            <a:lvl5pPr marL="2926080" indent="0">
              <a:buNone/>
              <a:defRPr sz="3200"/>
            </a:lvl5pPr>
            <a:lvl6pPr marL="3657600" indent="0">
              <a:buNone/>
              <a:defRPr sz="3200"/>
            </a:lvl6pPr>
            <a:lvl7pPr marL="4389120" indent="0">
              <a:buNone/>
              <a:defRPr sz="3200"/>
            </a:lvl7pPr>
            <a:lvl8pPr marL="5120640" indent="0">
              <a:buNone/>
              <a:defRPr sz="3200"/>
            </a:lvl8pPr>
            <a:lvl9pPr marL="5852160" indent="0">
              <a:buNone/>
              <a:defRPr sz="3200"/>
            </a:lvl9pPr>
          </a:lstStyle>
          <a:p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98720" y="7518209"/>
            <a:ext cx="4632960" cy="43941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960" y="7518209"/>
            <a:ext cx="3413760" cy="439419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867661" y="5369950"/>
            <a:ext cx="8778240" cy="680720"/>
          </a:xfrm>
        </p:spPr>
        <p:txBody>
          <a:bodyPr anchor="b"/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2867661" y="345830"/>
            <a:ext cx="8778240" cy="4937760"/>
          </a:xfrm>
        </p:spPr>
        <p:txBody>
          <a:bodyPr/>
          <a:lstStyle>
            <a:lvl1pPr marL="0" indent="0">
              <a:buNone/>
              <a:defRPr sz="5120"/>
            </a:lvl1pPr>
            <a:lvl2pPr marL="731520" indent="0">
              <a:buNone/>
              <a:defRPr sz="4480"/>
            </a:lvl2pPr>
            <a:lvl3pPr marL="1463040" indent="0">
              <a:buNone/>
              <a:defRPr sz="3840"/>
            </a:lvl3pPr>
            <a:lvl4pPr marL="2194560" indent="0">
              <a:buNone/>
              <a:defRPr sz="3200"/>
            </a:lvl4pPr>
            <a:lvl5pPr marL="2926080" indent="0">
              <a:buNone/>
              <a:defRPr sz="3200"/>
            </a:lvl5pPr>
            <a:lvl6pPr marL="3657600" indent="0">
              <a:buNone/>
              <a:defRPr sz="3200"/>
            </a:lvl6pPr>
            <a:lvl7pPr marL="4389120" indent="0">
              <a:buNone/>
              <a:defRPr sz="3200"/>
            </a:lvl7pPr>
            <a:lvl8pPr marL="5120640" indent="0">
              <a:buNone/>
              <a:defRPr sz="3200"/>
            </a:lvl8pPr>
            <a:lvl9pPr marL="5852160" indent="0">
              <a:buNone/>
              <a:defRPr sz="3200"/>
            </a:lvl9pPr>
          </a:lstStyle>
          <a:p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2867661" y="6050670"/>
            <a:ext cx="8778240" cy="965200"/>
          </a:xfrm>
        </p:spPr>
        <p:txBody>
          <a:bodyPr/>
          <a:lstStyle>
            <a:lvl1pPr marL="0" indent="0">
              <a:buNone/>
              <a:defRPr sz="2240"/>
            </a:lvl1pPr>
            <a:lvl2pPr marL="731520" indent="0">
              <a:buNone/>
              <a:defRPr sz="1920"/>
            </a:lvl2pPr>
            <a:lvl3pPr marL="1463040" indent="0">
              <a:buNone/>
              <a:defRPr sz="1600"/>
            </a:lvl3pPr>
            <a:lvl4pPr marL="2194560" indent="0">
              <a:buNone/>
              <a:defRPr sz="1440"/>
            </a:lvl4pPr>
            <a:lvl5pPr marL="2926080" indent="0">
              <a:buNone/>
              <a:defRPr sz="1440"/>
            </a:lvl5pPr>
            <a:lvl6pPr marL="3657600" indent="0">
              <a:buNone/>
              <a:defRPr sz="1440"/>
            </a:lvl6pPr>
            <a:lvl7pPr marL="4389120" indent="0">
              <a:buNone/>
              <a:defRPr sz="1440"/>
            </a:lvl7pPr>
            <a:lvl8pPr marL="5120640" indent="0">
              <a:buNone/>
              <a:defRPr sz="1440"/>
            </a:lvl8pPr>
            <a:lvl9pPr marL="5852160" indent="0">
              <a:buNone/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98720" y="7518209"/>
            <a:ext cx="4632960" cy="43941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960" y="7518209"/>
            <a:ext cx="3413760" cy="439419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7862276" y="2969847"/>
            <a:ext cx="6033477" cy="703384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bg1"/>
                </a:solidFill>
                <a:latin typeface="Muli" panose="02000503040000020004"/>
                <a:cs typeface="Muli" panose="0200050304000002000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7862276" y="3756857"/>
            <a:ext cx="6033477" cy="79169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24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173049" y="2266463"/>
            <a:ext cx="8284306" cy="703384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tx2">
                    <a:lumMod val="75000"/>
                  </a:schemeClr>
                </a:solidFill>
                <a:latin typeface="Muli" panose="02000503040000020004"/>
                <a:cs typeface="Muli" panose="0200050304000002000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3173049" y="3053473"/>
            <a:ext cx="8284306" cy="7916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240">
                <a:solidFill>
                  <a:schemeClr val="tx2">
                    <a:lumMod val="75000"/>
                  </a:schemeClr>
                </a:solidFill>
                <a:latin typeface="Muli Light"/>
                <a:cs typeface="Muli Light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52.xml"/><Relationship Id="rId34" Type="http://schemas.openxmlformats.org/officeDocument/2006/relationships/image" Target="../media/image2.png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33" Type="http://schemas.openxmlformats.org/officeDocument/2006/relationships/image" Target="../media/image1.emf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51.xml"/><Relationship Id="rId29" Type="http://schemas.openxmlformats.org/officeDocument/2006/relationships/slideLayout" Target="../slideLayouts/slideLayout60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theme" Target="../theme/theme2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31" Type="http://schemas.openxmlformats.org/officeDocument/2006/relationships/slideLayout" Target="../slideLayouts/slideLayout62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Relationship Id="rId8" Type="http://schemas.openxmlformats.org/officeDocument/2006/relationships/slideLayout" Target="../slideLayouts/slideLayout3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5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9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77.xml"/><Relationship Id="rId10" Type="http://schemas.openxmlformats.org/officeDocument/2006/relationships/image" Target="../media/image20.jpeg"/><Relationship Id="rId4" Type="http://schemas.openxmlformats.org/officeDocument/2006/relationships/slideLayout" Target="../slideLayouts/slideLayout76.xml"/><Relationship Id="rId9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8.xml"/><Relationship Id="rId3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7.xml"/><Relationship Id="rId2" Type="http://schemas.openxmlformats.org/officeDocument/2006/relationships/slideLayout" Target="../slideLayouts/slideLayout82.xml"/><Relationship Id="rId1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84.xml"/><Relationship Id="rId9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9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/>
          <p:cNvSpPr/>
          <p:nvPr/>
        </p:nvSpPr>
        <p:spPr>
          <a:xfrm>
            <a:off x="1" y="6670287"/>
            <a:ext cx="1559314" cy="1559314"/>
          </a:xfrm>
          <a:prstGeom prst="rtTriangl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 latinLnBrk="0">
              <a:spcBef>
                <a:spcPts val="600"/>
              </a:spcBef>
            </a:pPr>
            <a:endParaRPr lang="en-US" sz="4610" baseline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6" name="Picture 5" descr="UST_L4_white.eps"/>
          <p:cNvPicPr>
            <a:picLocks noChangeAspect="1"/>
          </p:cNvPicPr>
          <p:nvPr/>
        </p:nvPicPr>
        <p:blipFill rotWithShape="1">
          <a:blip r:embed="rId33" cstate="screen"/>
          <a:srcRect r="76298"/>
          <a:stretch>
            <a:fillRect/>
          </a:stretch>
        </p:blipFill>
        <p:spPr>
          <a:xfrm>
            <a:off x="153618" y="7616037"/>
            <a:ext cx="358918" cy="484300"/>
          </a:xfrm>
          <a:prstGeom prst="rect">
            <a:avLst/>
          </a:prstGeom>
        </p:spPr>
      </p:pic>
      <p:sp>
        <p:nvSpPr>
          <p:cNvPr id="14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9"/>
            <a:ext cx="457200" cy="246888"/>
          </a:xfrm>
          <a:prstGeom prst="rect">
            <a:avLst/>
          </a:prstGeom>
        </p:spPr>
        <p:txBody>
          <a:bodyPr vert="horz" wrap="square" lIns="91440" tIns="45720" rIns="91440" bIns="45720" rtlCol="0" anchor="b"/>
          <a:lstStyle>
            <a:lvl1pPr algn="ctr" latinLnBrk="0">
              <a:spcBef>
                <a:spcPts val="600"/>
              </a:spcBef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4" name="Picture 3" descr="A picture containing text, sign&#10;&#10;Description automatically generated"/>
          <p:cNvPicPr>
            <a:picLocks noChangeAspect="1"/>
          </p:cNvPicPr>
          <p:nvPr userDrawn="1"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248" y="270043"/>
            <a:ext cx="2441368" cy="6400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 userDrawn="1"/>
        </p:nvSpPr>
        <p:spPr>
          <a:xfrm>
            <a:off x="8869680" y="7823336"/>
            <a:ext cx="5760720" cy="276999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r">
              <a:spcBef>
                <a:spcPts val="600"/>
              </a:spcBef>
            </a:pPr>
            <a:r>
              <a:rPr lang="en-US" sz="1200" baseline="0" dirty="0">
                <a:highlight>
                  <a:srgbClr val="FFFF00"/>
                </a:highlight>
                <a:latin typeface="Muli" panose="02000503040000020004" pitchFamily="2" charset="0"/>
                <a:ea typeface="LiHei Pro" panose="020B0500000000000000" pitchFamily="50" charset="-128"/>
              </a:rPr>
              <a:t>Title | Date (Please update &amp; de-highlight this in Slide Master when preparing slides) 10 pt.</a:t>
            </a:r>
          </a:p>
        </p:txBody>
      </p:sp>
      <p:sp>
        <p:nvSpPr>
          <p:cNvPr id="5" name="Right Triangle 4"/>
          <p:cNvSpPr/>
          <p:nvPr/>
        </p:nvSpPr>
        <p:spPr>
          <a:xfrm>
            <a:off x="1" y="6670287"/>
            <a:ext cx="1559314" cy="1559314"/>
          </a:xfrm>
          <a:prstGeom prst="rtTriangl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Bef>
                <a:spcPts val="600"/>
              </a:spcBef>
            </a:pPr>
            <a:endParaRPr lang="en-US" sz="4610" baseline="0">
              <a:latin typeface="Muli" panose="02000503040000020004" pitchFamily="2" charset="0"/>
              <a:ea typeface="LiHei Pro" panose="020B0500000000000000" pitchFamily="50" charset="-128"/>
            </a:endParaRPr>
          </a:p>
        </p:txBody>
      </p:sp>
      <p:pic>
        <p:nvPicPr>
          <p:cNvPr id="6" name="Picture 5" descr="UST_L4_white.eps"/>
          <p:cNvPicPr>
            <a:picLocks noChangeAspect="1"/>
          </p:cNvPicPr>
          <p:nvPr/>
        </p:nvPicPr>
        <p:blipFill rotWithShape="1">
          <a:blip r:embed="rId33" cstate="screen"/>
          <a:srcRect r="76298"/>
          <a:stretch>
            <a:fillRect/>
          </a:stretch>
        </p:blipFill>
        <p:spPr>
          <a:xfrm>
            <a:off x="153618" y="7616036"/>
            <a:ext cx="358918" cy="484299"/>
          </a:xfrm>
          <a:prstGeom prst="rect">
            <a:avLst/>
          </a:prstGeom>
        </p:spPr>
      </p:pic>
      <p:sp>
        <p:nvSpPr>
          <p:cNvPr id="14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612736" y="7853447"/>
            <a:ext cx="365760" cy="24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spcBef>
                <a:spcPts val="600"/>
              </a:spcBef>
              <a:defRPr sz="1200" baseline="0">
                <a:solidFill>
                  <a:schemeClr val="bg1"/>
                </a:solidFill>
                <a:latin typeface="Muli" panose="02000503040000020004" pitchFamily="2" charset="0"/>
                <a:ea typeface="LiHei Pro" panose="020B0500000000000000" pitchFamily="50" charset="-128"/>
              </a:defRPr>
            </a:lvl1pPr>
          </a:lstStyle>
          <a:p>
            <a:fld id="{693BF0C6-CC14-4EE0-BCFC-673ADFF28D6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1" descr="A picture containing text, sign&#10;&#10;Description automatically generated"/>
          <p:cNvPicPr>
            <a:picLocks noChangeAspect="1"/>
          </p:cNvPicPr>
          <p:nvPr userDrawn="1"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247" y="270043"/>
            <a:ext cx="2441367" cy="6400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6" r:id="rId26"/>
    <p:sldLayoutId id="2147483707" r:id="rId27"/>
    <p:sldLayoutId id="2147483708" r:id="rId28"/>
    <p:sldLayoutId id="2147483709" r:id="rId29"/>
    <p:sldLayoutId id="2147483710" r:id="rId30"/>
    <p:sldLayoutId id="2147483711" r:id="rId31"/>
  </p:sldLayoutIdLst>
  <p:hf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卡通人物&#10;&#10;描述已自动生成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390"/>
            <a:ext cx="14630400" cy="8252379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 flipV="1">
            <a:off x="3" y="6936670"/>
            <a:ext cx="14630398" cy="1292928"/>
          </a:xfrm>
          <a:prstGeom prst="rect">
            <a:avLst/>
          </a:prstGeom>
          <a:solidFill>
            <a:srgbClr val="003366"/>
          </a:solidFill>
          <a:ln>
            <a:noFill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610" kern="1200" dirty="0">
              <a:latin typeface="Muli" panose="02000503040000020004"/>
            </a:endParaRPr>
          </a:p>
        </p:txBody>
      </p:sp>
      <p:pic>
        <p:nvPicPr>
          <p:cNvPr id="10" name="图片 9" descr="文本&#10;&#10;描述已自动生成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39" y="7219403"/>
            <a:ext cx="2638899" cy="69605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</p:sldLayoutIdLst>
  <p:hf hdr="0" ftr="0" dt="0"/>
  <p:txStyles>
    <p:titleStyle>
      <a:lvl1pPr algn="l" defTabSz="1463040" rtl="0" eaLnBrk="1" latinLnBrk="0" hangingPunct="1">
        <a:lnSpc>
          <a:spcPct val="90000"/>
        </a:lnSpc>
        <a:spcBef>
          <a:spcPct val="0"/>
        </a:spcBef>
        <a:buNone/>
        <a:defRPr sz="70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146304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448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5603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402336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城市里的建筑和树&#10;&#10;描述已自动生成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778"/>
            <a:ext cx="14630400" cy="8252378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 flipV="1">
            <a:off x="3" y="7219403"/>
            <a:ext cx="14630398" cy="1010195"/>
          </a:xfrm>
          <a:prstGeom prst="rect">
            <a:avLst/>
          </a:prstGeom>
          <a:solidFill>
            <a:srgbClr val="003366"/>
          </a:solidFill>
          <a:ln>
            <a:noFill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610" kern="1200" dirty="0">
              <a:latin typeface="Muli" panose="02000503040000020004"/>
            </a:endParaRPr>
          </a:p>
        </p:txBody>
      </p:sp>
      <p:pic>
        <p:nvPicPr>
          <p:cNvPr id="5" name="图片 4" descr="文本&#10;&#10;描述已自动生成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43" y="7403114"/>
            <a:ext cx="2259646" cy="5960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hf hdr="0" ftr="0" dt="0"/>
  <p:txStyles>
    <p:titleStyle>
      <a:lvl1pPr algn="l" defTabSz="1463040" rtl="0" eaLnBrk="1" latinLnBrk="0" hangingPunct="1">
        <a:lnSpc>
          <a:spcPct val="90000"/>
        </a:lnSpc>
        <a:spcBef>
          <a:spcPct val="0"/>
        </a:spcBef>
        <a:buNone/>
        <a:defRPr sz="70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146304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448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5603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402336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</p:sldLayoutIdLst>
  <p:hf hdr="0" ftr="0" dt="0"/>
  <p:txStyles>
    <p:titleStyle>
      <a:lvl1pPr algn="l" defTabSz="1463040" rtl="0" eaLnBrk="1" latinLnBrk="0" hangingPunct="1">
        <a:lnSpc>
          <a:spcPct val="90000"/>
        </a:lnSpc>
        <a:spcBef>
          <a:spcPct val="0"/>
        </a:spcBef>
        <a:buNone/>
        <a:defRPr sz="70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146304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448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5603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402336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10" cstate="screen"/>
          <a:srcRect t="7356" b="7828"/>
          <a:stretch>
            <a:fillRect/>
          </a:stretch>
        </p:blipFill>
        <p:spPr>
          <a:xfrm>
            <a:off x="0" y="-44461"/>
            <a:ext cx="14630400" cy="8272550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-44461"/>
            <a:ext cx="14630400" cy="8318522"/>
          </a:xfrm>
          <a:prstGeom prst="rect">
            <a:avLst/>
          </a:prstGeom>
          <a:solidFill>
            <a:schemeClr val="tx2">
              <a:lumMod val="50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610"/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-8303" y="6668777"/>
            <a:ext cx="1559314" cy="1559314"/>
            <a:chOff x="5491" y="4185101"/>
            <a:chExt cx="974571" cy="974571"/>
          </a:xfrm>
        </p:grpSpPr>
        <p:sp>
          <p:nvSpPr>
            <p:cNvPr id="19" name="Right Triangle 18"/>
            <p:cNvSpPr/>
            <p:nvPr/>
          </p:nvSpPr>
          <p:spPr>
            <a:xfrm>
              <a:off x="5491" y="4185101"/>
              <a:ext cx="974571" cy="974571"/>
            </a:xfrm>
            <a:prstGeom prst="rtTriangle">
              <a:avLst/>
            </a:prstGeom>
            <a:solidFill>
              <a:srgbClr val="053A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610"/>
            </a:p>
          </p:txBody>
        </p:sp>
        <p:pic>
          <p:nvPicPr>
            <p:cNvPr id="20" name="Picture 19" descr="UST_L4_white.eps"/>
            <p:cNvPicPr>
              <a:picLocks noChangeAspect="1"/>
            </p:cNvPicPr>
            <p:nvPr/>
          </p:nvPicPr>
          <p:blipFill rotWithShape="1">
            <a:blip r:embed="rId11" cstate="screen"/>
            <a:srcRect r="76298"/>
            <a:stretch>
              <a:fillRect/>
            </a:stretch>
          </p:blipFill>
          <p:spPr>
            <a:xfrm>
              <a:off x="199585" y="4693906"/>
              <a:ext cx="224324" cy="302687"/>
            </a:xfrm>
            <a:prstGeom prst="rect">
              <a:avLst/>
            </a:prstGeom>
          </p:spPr>
        </p:pic>
      </p:grp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1331869" y="766158"/>
            <a:ext cx="12567011" cy="9356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1331869" y="1920241"/>
            <a:ext cx="12567011" cy="4926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98720" y="7497935"/>
            <a:ext cx="4632960" cy="439419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tx1"/>
                </a:solidFill>
                <a:latin typeface="Muli Light"/>
                <a:cs typeface="Muli Light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48222" y="7497935"/>
            <a:ext cx="3413760" cy="439419"/>
          </a:xfrm>
          <a:prstGeom prst="rect">
            <a:avLst/>
          </a:prstGeom>
        </p:spPr>
        <p:txBody>
          <a:bodyPr/>
          <a:lstStyle>
            <a:lvl1pPr algn="r">
              <a:defRPr sz="1920">
                <a:solidFill>
                  <a:srgbClr val="FFFFFF"/>
                </a:solidFill>
                <a:latin typeface="Muli" panose="02000503040000020004"/>
              </a:defRPr>
            </a:lvl1pPr>
          </a:lstStyle>
          <a:p>
            <a:fld id="{543F94D5-381C-B041-837D-11FDDB7301AD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</p:sldLayoutIdLst>
  <p:hf hdr="0" ftr="0" dt="0"/>
  <p:txStyles>
    <p:titleStyle>
      <a:lvl1pPr algn="l" defTabSz="1463040" rtl="0" eaLnBrk="1" latinLnBrk="0" hangingPunct="1">
        <a:lnSpc>
          <a:spcPct val="90000"/>
        </a:lnSpc>
        <a:spcBef>
          <a:spcPct val="0"/>
        </a:spcBef>
        <a:buNone/>
        <a:defRPr sz="5120" b="1" i="0" kern="1200">
          <a:solidFill>
            <a:schemeClr val="bg1"/>
          </a:solidFill>
          <a:latin typeface="Muli" panose="02000503040000020004" pitchFamily="2" charset="0"/>
          <a:ea typeface="+mj-ea"/>
          <a:cs typeface="+mj-cs"/>
        </a:defRPr>
      </a:lvl1pPr>
    </p:titleStyle>
    <p:bodyStyle>
      <a:lvl1pPr marL="365760" indent="-365760" algn="l" defTabSz="146304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4480" kern="1200">
          <a:solidFill>
            <a:schemeClr val="bg1"/>
          </a:solidFill>
          <a:latin typeface="Muli Light" panose="02000503040000020004" pitchFamily="2" charset="0"/>
          <a:ea typeface="+mn-ea"/>
          <a:cs typeface="+mn-cs"/>
        </a:defRPr>
      </a:lvl1pPr>
      <a:lvl2pPr marL="10972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840" kern="1200">
          <a:solidFill>
            <a:schemeClr val="bg1"/>
          </a:solidFill>
          <a:latin typeface="Muli Light" panose="02000503040000020004" pitchFamily="2" charset="0"/>
          <a:ea typeface="+mn-ea"/>
          <a:cs typeface="+mn-cs"/>
        </a:defRPr>
      </a:lvl2pPr>
      <a:lvl3pPr marL="18288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Muli Light" panose="02000503040000020004" pitchFamily="2" charset="0"/>
          <a:ea typeface="+mn-ea"/>
          <a:cs typeface="+mn-cs"/>
        </a:defRPr>
      </a:lvl3pPr>
      <a:lvl4pPr marL="25603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bg1"/>
          </a:solidFill>
          <a:latin typeface="Muli Light" panose="02000503040000020004" pitchFamily="2" charset="0"/>
          <a:ea typeface="+mn-ea"/>
          <a:cs typeface="+mn-cs"/>
        </a:defRPr>
      </a:lvl4pPr>
      <a:lvl5pPr marL="329184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bg1"/>
          </a:solidFill>
          <a:latin typeface="Muli Light" panose="02000503040000020004" pitchFamily="2" charset="0"/>
          <a:ea typeface="+mn-ea"/>
          <a:cs typeface="+mn-cs"/>
        </a:defRPr>
      </a:lvl5pPr>
      <a:lvl6pPr marL="402336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 userDrawn="1"/>
        </p:nvGrpSpPr>
        <p:grpSpPr>
          <a:xfrm>
            <a:off x="-8303" y="6668777"/>
            <a:ext cx="1559314" cy="1559314"/>
            <a:chOff x="5491" y="4185101"/>
            <a:chExt cx="974571" cy="974571"/>
          </a:xfrm>
        </p:grpSpPr>
        <p:sp>
          <p:nvSpPr>
            <p:cNvPr id="19" name="Right Triangle 18"/>
            <p:cNvSpPr/>
            <p:nvPr/>
          </p:nvSpPr>
          <p:spPr>
            <a:xfrm>
              <a:off x="5491" y="4185101"/>
              <a:ext cx="974571" cy="974571"/>
            </a:xfrm>
            <a:prstGeom prst="rtTriangle">
              <a:avLst/>
            </a:prstGeom>
            <a:solidFill>
              <a:srgbClr val="053A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610"/>
            </a:p>
          </p:txBody>
        </p:sp>
        <p:pic>
          <p:nvPicPr>
            <p:cNvPr id="20" name="Picture 19" descr="UST_L4_white.eps"/>
            <p:cNvPicPr>
              <a:picLocks noChangeAspect="1"/>
            </p:cNvPicPr>
            <p:nvPr/>
          </p:nvPicPr>
          <p:blipFill rotWithShape="1">
            <a:blip r:embed="rId10" cstate="screen"/>
            <a:srcRect r="76298"/>
            <a:stretch>
              <a:fillRect/>
            </a:stretch>
          </p:blipFill>
          <p:spPr>
            <a:xfrm>
              <a:off x="199585" y="4693906"/>
              <a:ext cx="224324" cy="302687"/>
            </a:xfrm>
            <a:prstGeom prst="rect">
              <a:avLst/>
            </a:prstGeom>
          </p:spPr>
        </p:pic>
      </p:grp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1331869" y="766158"/>
            <a:ext cx="12567011" cy="9356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1331869" y="1920241"/>
            <a:ext cx="12567011" cy="4926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98720" y="7497935"/>
            <a:ext cx="4632960" cy="439419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tx1"/>
                </a:solidFill>
                <a:latin typeface="Muli Light"/>
                <a:cs typeface="Muli Light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48222" y="7497935"/>
            <a:ext cx="3413760" cy="439419"/>
          </a:xfrm>
          <a:prstGeom prst="rect">
            <a:avLst/>
          </a:prstGeom>
        </p:spPr>
        <p:txBody>
          <a:bodyPr/>
          <a:lstStyle>
            <a:lvl1pPr algn="r">
              <a:defRPr sz="1920">
                <a:solidFill>
                  <a:schemeClr val="tx1"/>
                </a:solidFill>
                <a:latin typeface="Muli" panose="02000503040000020004"/>
              </a:defRPr>
            </a:lvl1pPr>
          </a:lstStyle>
          <a:p>
            <a:fld id="{543F94D5-381C-B041-837D-11FDDB7301AD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</p:sldLayoutIdLst>
  <p:hf hdr="0" ftr="0" dt="0"/>
  <p:txStyles>
    <p:titleStyle>
      <a:lvl1pPr algn="l" defTabSz="1463040" rtl="0" eaLnBrk="1" latinLnBrk="0" hangingPunct="1">
        <a:lnSpc>
          <a:spcPct val="90000"/>
        </a:lnSpc>
        <a:spcBef>
          <a:spcPct val="0"/>
        </a:spcBef>
        <a:buNone/>
        <a:defRPr sz="5120" b="1" i="0" kern="1200">
          <a:solidFill>
            <a:schemeClr val="tx1"/>
          </a:solidFill>
          <a:latin typeface="Muli" panose="02000503040000020004" pitchFamily="2" charset="0"/>
          <a:ea typeface="+mj-ea"/>
          <a:cs typeface="+mj-cs"/>
        </a:defRPr>
      </a:lvl1pPr>
    </p:titleStyle>
    <p:bodyStyle>
      <a:lvl1pPr marL="365760" indent="-365760" algn="l" defTabSz="146304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4480" kern="1200">
          <a:solidFill>
            <a:schemeClr val="tx1"/>
          </a:solidFill>
          <a:latin typeface="Muli Light" panose="02000503040000020004" pitchFamily="2" charset="0"/>
          <a:ea typeface="+mn-ea"/>
          <a:cs typeface="+mn-cs"/>
        </a:defRPr>
      </a:lvl1pPr>
      <a:lvl2pPr marL="10972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Muli Light" panose="02000503040000020004" pitchFamily="2" charset="0"/>
          <a:ea typeface="+mn-ea"/>
          <a:cs typeface="+mn-cs"/>
        </a:defRPr>
      </a:lvl2pPr>
      <a:lvl3pPr marL="18288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i Light" panose="02000503040000020004" pitchFamily="2" charset="0"/>
          <a:ea typeface="+mn-ea"/>
          <a:cs typeface="+mn-cs"/>
        </a:defRPr>
      </a:lvl3pPr>
      <a:lvl4pPr marL="25603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Muli Light" panose="02000503040000020004" pitchFamily="2" charset="0"/>
          <a:ea typeface="+mn-ea"/>
          <a:cs typeface="+mn-cs"/>
        </a:defRPr>
      </a:lvl4pPr>
      <a:lvl5pPr marL="329184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Muli Light" panose="02000503040000020004" pitchFamily="2" charset="0"/>
          <a:ea typeface="+mn-ea"/>
          <a:cs typeface="+mn-cs"/>
        </a:defRPr>
      </a:lvl5pPr>
      <a:lvl6pPr marL="402336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V="1">
            <a:off x="1" y="0"/>
            <a:ext cx="14630398" cy="822960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610" kern="1200" dirty="0">
              <a:latin typeface="Muli" panose="02000503040000020004"/>
            </a:endParaRPr>
          </a:p>
        </p:txBody>
      </p:sp>
      <p:pic>
        <p:nvPicPr>
          <p:cNvPr id="4" name="图片 3" descr="文本&#10;&#10;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492" y="3313478"/>
            <a:ext cx="2638901" cy="69605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</p:sldLayoutIdLst>
  <p:hf hdr="0" ftr="0" dt="0"/>
  <p:txStyles>
    <p:titleStyle>
      <a:lvl1pPr algn="l" defTabSz="1463040" rtl="0" eaLnBrk="1" latinLnBrk="0" hangingPunct="1">
        <a:lnSpc>
          <a:spcPct val="90000"/>
        </a:lnSpc>
        <a:spcBef>
          <a:spcPct val="0"/>
        </a:spcBef>
        <a:buNone/>
        <a:defRPr sz="70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146304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448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5603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402336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&#10;&#10;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0432" y="5746347"/>
            <a:ext cx="2789536" cy="187757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hf hdr="0" ftr="0" dt="0"/>
  <p:txStyles>
    <p:titleStyle>
      <a:lvl1pPr algn="l" defTabSz="1463040" rtl="0" eaLnBrk="1" latinLnBrk="0" hangingPunct="1">
        <a:lnSpc>
          <a:spcPct val="90000"/>
        </a:lnSpc>
        <a:spcBef>
          <a:spcPct val="0"/>
        </a:spcBef>
        <a:buNone/>
        <a:defRPr sz="70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146304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448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5603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402336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3BF0C6-CC14-4EE0-BCFC-673ADFF28D63}" type="slidenum">
              <a:rPr lang="en-US" smtClean="0"/>
              <a:t>1</a:t>
            </a:fld>
            <a:endParaRPr lang="en-US" dirty="0"/>
          </a:p>
        </p:txBody>
      </p:sp>
      <p:sp>
        <p:nvSpPr>
          <p:cNvPr id="6" name="文本占位符 3"/>
          <p:cNvSpPr txBox="1"/>
          <p:nvPr/>
        </p:nvSpPr>
        <p:spPr>
          <a:xfrm>
            <a:off x="274320" y="270042"/>
            <a:ext cx="10789920" cy="548640"/>
          </a:xfrm>
          <a:prstGeom prst="rect">
            <a:avLst/>
          </a:prstGeom>
        </p:spPr>
        <p:txBody>
          <a:bodyPr/>
          <a:lstStyle>
            <a:lvl1pPr marL="0" indent="0" algn="l" defTabSz="109728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3200" b="1" kern="1200" cap="all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548640" indent="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indent="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indent="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indent="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3000" b="1" i="0" dirty="0">
                <a:solidFill>
                  <a:srgbClr val="0E2A54"/>
                </a:solidFill>
                <a:latin typeface="Calibri"/>
                <a:ea typeface="Microsoft YaHei"/>
                <a:cs typeface="Microsoft YaHei"/>
              </a:rPr>
              <a:t>任务定义</a:t>
            </a:r>
            <a:endParaRPr lang="en" sz="1600" b="0" i="1" dirty="0">
              <a:solidFill>
                <a:srgbClr val="555B66"/>
              </a:solidFill>
              <a:latin typeface="Calibri"/>
              <a:ea typeface="Microsoft YaHei"/>
              <a:cs typeface="Microsoft YaHei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DA86BD-4C6D-F82E-F856-AFD47B0988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274320"/>
            <a:ext cx="13258800" cy="486287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>
              <a:buNone/>
            </a:pPr>
            <a:r>
              <a:rPr sz="2800" b="1" i="0" dirty="0" err="1">
                <a:solidFill>
                  <a:srgbClr val="0E2A54"/>
                </a:solidFill>
                <a:latin typeface="Calibri"/>
                <a:ea typeface="Microsoft YaHei"/>
                <a:cs typeface="Microsoft YaHei"/>
              </a:rPr>
              <a:t>方法路线</a:t>
            </a:r>
            <a:endParaRPr sz="1500" b="0" i="1" dirty="0">
              <a:solidFill>
                <a:srgbClr val="555B66"/>
              </a:solidFill>
              <a:latin typeface="Calibri"/>
              <a:ea typeface="Microsoft YaHei"/>
              <a:cs typeface="Microsoft YaHei"/>
            </a:endParaRPr>
          </a:p>
        </p:txBody>
      </p:sp>
      <p:sp>
        <p:nvSpPr>
          <p:cNvPr id="46" name="文本占位符 2">
            <a:extLst>
              <a:ext uri="{FF2B5EF4-FFF2-40B4-BE49-F238E27FC236}">
                <a16:creationId xmlns:a16="http://schemas.microsoft.com/office/drawing/2014/main" id="{66578EA7-C9F5-88C9-CAFA-CD43411A43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4320" y="950333"/>
            <a:ext cx="14081760" cy="6508564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274320"/>
            <a:ext cx="13258800" cy="486287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>
              <a:buNone/>
            </a:pPr>
            <a:r>
              <a:rPr sz="2800" b="1" i="0" dirty="0" err="1">
                <a:solidFill>
                  <a:srgbClr val="0E2A54"/>
                </a:solidFill>
                <a:latin typeface="Calibri"/>
                <a:ea typeface="Microsoft YaHei"/>
                <a:cs typeface="Microsoft YaHei"/>
              </a:rPr>
              <a:t>方法</a:t>
            </a:r>
            <a:endParaRPr sz="1500" b="0" i="1" dirty="0">
              <a:solidFill>
                <a:srgbClr val="555B66"/>
              </a:solidFill>
              <a:latin typeface="Calibri"/>
              <a:ea typeface="Microsoft YaHei"/>
              <a:cs typeface="Microsoft YaHei"/>
            </a:endParaRPr>
          </a:p>
        </p:txBody>
      </p:sp>
      <p:sp>
        <p:nvSpPr>
          <p:cNvPr id="29" name="文本占位符 2">
            <a:extLst>
              <a:ext uri="{FF2B5EF4-FFF2-40B4-BE49-F238E27FC236}">
                <a16:creationId xmlns:a16="http://schemas.microsoft.com/office/drawing/2014/main" id="{1043439F-785E-AA0E-F246-5C0FAD40AC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4320" y="950333"/>
            <a:ext cx="14081760" cy="6508564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official HKUST-GZ Template with Default Fonts by Dr. Jenny LI">
  <a:themeElements>
    <a:clrScheme name="HKUST-GZ">
      <a:dk1>
        <a:sysClr val="windowText" lastClr="000000"/>
      </a:dk1>
      <a:lt1>
        <a:sysClr val="window" lastClr="FFFFFF"/>
      </a:lt1>
      <a:dk2>
        <a:srgbClr val="003366"/>
      </a:dk2>
      <a:lt2>
        <a:srgbClr val="CCCCCC"/>
      </a:lt2>
      <a:accent1>
        <a:srgbClr val="996600"/>
      </a:accent1>
      <a:accent2>
        <a:srgbClr val="CC9900"/>
      </a:accent2>
      <a:accent3>
        <a:srgbClr val="ED1B2F"/>
      </a:accent3>
      <a:accent4>
        <a:srgbClr val="A3CF62"/>
      </a:accent4>
      <a:accent5>
        <a:srgbClr val="63CAE1"/>
      </a:accent5>
      <a:accent6>
        <a:srgbClr val="7C2348"/>
      </a:accent6>
      <a:hlink>
        <a:srgbClr val="2B6297"/>
      </a:hlink>
      <a:folHlink>
        <a:srgbClr val="00B08D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kumimoji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Unofficial HKUST-GZ Template with University Fonts by Dr. Jenny LI">
  <a:themeElements>
    <a:clrScheme name="HKUST-GZ">
      <a:dk1>
        <a:sysClr val="windowText" lastClr="000000"/>
      </a:dk1>
      <a:lt1>
        <a:sysClr val="window" lastClr="FFFFFF"/>
      </a:lt1>
      <a:dk2>
        <a:srgbClr val="003366"/>
      </a:dk2>
      <a:lt2>
        <a:srgbClr val="CCCCCC"/>
      </a:lt2>
      <a:accent1>
        <a:srgbClr val="996600"/>
      </a:accent1>
      <a:accent2>
        <a:srgbClr val="CC9900"/>
      </a:accent2>
      <a:accent3>
        <a:srgbClr val="ED1B2F"/>
      </a:accent3>
      <a:accent4>
        <a:srgbClr val="A3CF62"/>
      </a:accent4>
      <a:accent5>
        <a:srgbClr val="63CAE1"/>
      </a:accent5>
      <a:accent6>
        <a:srgbClr val="7C2348"/>
      </a:accent6>
      <a:hlink>
        <a:srgbClr val="2B6297"/>
      </a:hlink>
      <a:folHlink>
        <a:srgbClr val="00B08D"/>
      </a:folHlink>
    </a:clrScheme>
    <a:fontScheme name="HKUST-GZ 01">
      <a:majorFont>
        <a:latin typeface="Muli"/>
        <a:ea typeface="LiHei Pro"/>
        <a:cs typeface=""/>
      </a:majorFont>
      <a:minorFont>
        <a:latin typeface="Muli"/>
        <a:ea typeface="LiHei Pr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ial HKUST-GZ Template 01">
  <a:themeElements>
    <a:clrScheme name="HKUST-GZ">
      <a:dk1>
        <a:sysClr val="windowText" lastClr="000000"/>
      </a:dk1>
      <a:lt1>
        <a:sysClr val="window" lastClr="FFFFFF"/>
      </a:lt1>
      <a:dk2>
        <a:srgbClr val="003366"/>
      </a:dk2>
      <a:lt2>
        <a:srgbClr val="CCCCCC"/>
      </a:lt2>
      <a:accent1>
        <a:srgbClr val="996600"/>
      </a:accent1>
      <a:accent2>
        <a:srgbClr val="CC9900"/>
      </a:accent2>
      <a:accent3>
        <a:srgbClr val="ED1B2F"/>
      </a:accent3>
      <a:accent4>
        <a:srgbClr val="A3CF62"/>
      </a:accent4>
      <a:accent5>
        <a:srgbClr val="63CAE1"/>
      </a:accent5>
      <a:accent6>
        <a:srgbClr val="7C2348"/>
      </a:accent6>
      <a:hlink>
        <a:srgbClr val="2B6297"/>
      </a:hlink>
      <a:folHlink>
        <a:srgbClr val="00B08D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ial HKUST-GZ Template 0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ial HKUST-GZ Template 0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ial HKUST-GZ Template 04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ial HKUST-GZ Template 05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ial HKUST-GZ Template 0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ial HKUST-GZ Template 07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e2a5bac-fafe-4cc0-afe5-7c9ea72b6355" xsi:nil="true"/>
    <lcf76f155ced4ddcb4097134ff3c332f xmlns="25cb3c51-d0f6-4430-881c-8fc16be413dc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7D839DC096590E4CA2247DF3CBB867E7" ma:contentTypeVersion="10" ma:contentTypeDescription="新建文档。" ma:contentTypeScope="" ma:versionID="6d05b12f2aada5b99f69e928bc1d193e">
  <xsd:schema xmlns:xsd="http://www.w3.org/2001/XMLSchema" xmlns:xs="http://www.w3.org/2001/XMLSchema" xmlns:p="http://schemas.microsoft.com/office/2006/metadata/properties" xmlns:ns2="0e2a5bac-fafe-4cc0-afe5-7c9ea72b6355" xmlns:ns3="25cb3c51-d0f6-4430-881c-8fc16be413dc" targetNamespace="http://schemas.microsoft.com/office/2006/metadata/properties" ma:root="true" ma:fieldsID="4e51e1e0b802e6fe0e5e95cb88c129d8" ns2:_="" ns3:_="">
    <xsd:import namespace="0e2a5bac-fafe-4cc0-afe5-7c9ea72b6355"/>
    <xsd:import namespace="25cb3c51-d0f6-4430-881c-8fc16be413d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2a5bac-fafe-4cc0-afe5-7c9ea72b635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505f622b-1fe8-47bf-9d8d-411105c6a6bc}" ma:internalName="TaxCatchAll" ma:showField="CatchAllData" ma:web="0e2a5bac-fafe-4cc0-afe5-7c9ea72b63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cb3c51-d0f6-4430-881c-8fc16be413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图像标记" ma:readOnly="false" ma:fieldId="{5cf76f15-5ced-4ddc-b409-7134ff3c332f}" ma:taxonomyMulti="true" ma:sspId="f4ff25d2-3f0a-4a9f-a8f4-94ab7cc48d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77F9F1-489C-4850-895E-A2956C721669}">
  <ds:schemaRefs/>
</ds:datastoreItem>
</file>

<file path=customXml/itemProps2.xml><?xml version="1.0" encoding="utf-8"?>
<ds:datastoreItem xmlns:ds="http://schemas.openxmlformats.org/officeDocument/2006/customXml" ds:itemID="{462BA601-9CDC-4ED3-B67E-5F6CB7092F7F}">
  <ds:schemaRefs/>
</ds:datastoreItem>
</file>

<file path=customXml/itemProps3.xml><?xml version="1.0" encoding="utf-8"?>
<ds:datastoreItem xmlns:ds="http://schemas.openxmlformats.org/officeDocument/2006/customXml" ds:itemID="{DD30DC69-484D-4D69-9659-7692C218452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5</Words>
  <Application>Microsoft Macintosh PowerPoint</Application>
  <PresentationFormat>自定义</PresentationFormat>
  <Paragraphs>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3</vt:i4>
      </vt:variant>
    </vt:vector>
  </HeadingPairs>
  <TitlesOfParts>
    <vt:vector size="23" baseType="lpstr">
      <vt:lpstr>Muli</vt:lpstr>
      <vt:lpstr>Muli Bold</vt:lpstr>
      <vt:lpstr>Muli Light</vt:lpstr>
      <vt:lpstr>Arial</vt:lpstr>
      <vt:lpstr>Arial Narrow</vt:lpstr>
      <vt:lpstr>Calibri</vt:lpstr>
      <vt:lpstr>Calibri Light</vt:lpstr>
      <vt:lpstr>Source Sans Pro</vt:lpstr>
      <vt:lpstr>Wingdings</vt:lpstr>
      <vt:lpstr>Wingdings 2</vt:lpstr>
      <vt:lpstr>Wingdings 3</vt:lpstr>
      <vt:lpstr>Unofficial HKUST-GZ Template with Default Fonts by Dr. Jenny LI</vt:lpstr>
      <vt:lpstr>Unofficial HKUST-GZ Template with University Fonts by Dr. Jenny LI</vt:lpstr>
      <vt:lpstr>Official HKUST-GZ Template 01</vt:lpstr>
      <vt:lpstr>Official HKUST-GZ Template 02</vt:lpstr>
      <vt:lpstr>Official HKUST-GZ Template 03</vt:lpstr>
      <vt:lpstr>Official HKUST-GZ Template 04</vt:lpstr>
      <vt:lpstr>Official HKUST-GZ Template 05</vt:lpstr>
      <vt:lpstr>Official HKUST-GZ Template 06</vt:lpstr>
      <vt:lpstr>Official HKUST-GZ Template 07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李贝津妮 Beijinni LI</dc:creator>
  <cp:lastModifiedBy>Qianyi CAI</cp:lastModifiedBy>
  <cp:revision>184</cp:revision>
  <dcterms:created xsi:type="dcterms:W3CDTF">2023-02-04T05:52:00Z</dcterms:created>
  <dcterms:modified xsi:type="dcterms:W3CDTF">2026-05-15T17:06:48Z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0x0101007D839DC096590E4CA2247DF3CBB867E7</vt:lpwstr>
  </property>
  <property fmtid="{D5CDD505-2E9C-101B-9397-08002B2CF9AE}" pid="3" name="MediaServiceImageTags">
    <vt:lpwstr/>
  </property>
  <property fmtid="{D5CDD505-2E9C-101B-9397-08002B2CF9AE}" pid="4" name="ICV">
    <vt:lpwstr>045982429475415EBEE5D56ED8510C15_13</vt:lpwstr>
  </property>
  <property fmtid="{D5CDD505-2E9C-101B-9397-08002B2CF9AE}" pid="5" name="KSOProductBuildVer">
    <vt:lpwstr>2052-12.1.0.25225</vt:lpwstr>
  </property>
</Properties>
</file>