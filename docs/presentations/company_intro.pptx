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9"/>
  </p:normalViewPr>
  <p:slideViewPr>
    <p:cSldViewPr snapToGrid="0">
      <p:cViewPr varScale="1">
        <p:scale>
          <a:sx n="121" d="100"/>
          <a:sy n="121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9BCC0-3B1D-FC45-ADC1-395B24B95E3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92940-95E6-4F43-B0B4-96F259AED65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6720" y="826322"/>
            <a:ext cx="2801316" cy="735506"/>
          </a:xfrm>
          <a:prstGeom prst="rect">
            <a:avLst/>
          </a:prstGeom>
        </p:spPr>
      </p:pic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6958" y="1820918"/>
            <a:ext cx="9515331" cy="171330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56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FinQwen</a:t>
            </a:r>
            <a:r>
              <a:rPr lang="en-GB" altLang="zh-CN" sz="5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Research Company</a:t>
            </a:r>
            <a:endParaRPr kumimoji="1" lang="zh-CN" altLang="en-US" sz="5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648" y="365125"/>
            <a:ext cx="6986015" cy="17764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Who We are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479" y="804860"/>
            <a:ext cx="2928810" cy="768980"/>
          </a:xfrm>
          <a:prstGeom prst="rect">
            <a:avLst/>
          </a:prstGeom>
        </p:spPr>
      </p:pic>
      <p:sp>
        <p:nvSpPr>
          <p:cNvPr id="2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612647" y="2504819"/>
            <a:ext cx="10575305" cy="3672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are the research lab partnering with or embedded inside a major financial institution (e.g., J.P. Morgan). We fine-tune open-source LLMs into a financial vertical LLM for: stock screening, buy/sell signal generation, automated financial-report analysis, industry &amp; market sentiment analysis, and research workflow automation.</a:t>
            </a:r>
            <a:endParaRPr kumimoji="1"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 descr="画着卡通人物的图案&#10;&#10;中度可信度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75" y="5081122"/>
            <a:ext cx="1240570" cy="1073710"/>
          </a:xfrm>
          <a:prstGeom prst="rect">
            <a:avLst/>
          </a:prstGeom>
        </p:spPr>
      </p:pic>
      <p:pic>
        <p:nvPicPr>
          <p:cNvPr id="7" name="图片 6" descr="图片包含 徽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847" y="4646428"/>
            <a:ext cx="3397287" cy="1890220"/>
          </a:xfrm>
          <a:prstGeom prst="rect">
            <a:avLst/>
          </a:prstGeom>
        </p:spPr>
      </p:pic>
      <p:pic>
        <p:nvPicPr>
          <p:cNvPr id="16" name="图片 15" descr="图标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806" y="4818917"/>
            <a:ext cx="1545241" cy="15452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648" y="365125"/>
            <a:ext cx="6986015" cy="17764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 We Do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479" y="804860"/>
            <a:ext cx="2928810" cy="768980"/>
          </a:xfrm>
          <a:prstGeom prst="rect">
            <a:avLst/>
          </a:prstGeom>
        </p:spPr>
      </p:pic>
      <p:sp>
        <p:nvSpPr>
          <p:cNvPr id="2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612647" y="2504819"/>
            <a:ext cx="10104659" cy="3672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Combine state-of-the-art LLM capabilities with finance-grade governance to deliver auditable, </a:t>
            </a:r>
            <a:r>
              <a:rPr lang="en-GB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backtestable</a:t>
            </a: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controllable investment intelligence that boosts analyst productivity and reduces operational risk.</a:t>
            </a:r>
            <a:endParaRPr kumimoji="1"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3" name="图片 12" descr="图形用户界面, 文本, 应用程序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825351"/>
            <a:ext cx="2211235" cy="1223550"/>
          </a:xfrm>
          <a:prstGeom prst="rect">
            <a:avLst/>
          </a:prstGeom>
        </p:spPr>
      </p:pic>
      <p:pic>
        <p:nvPicPr>
          <p:cNvPr id="15" name="图片 14" descr="卡通画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476" y="4838798"/>
            <a:ext cx="2349500" cy="863600"/>
          </a:xfrm>
          <a:prstGeom prst="rect">
            <a:avLst/>
          </a:prstGeom>
        </p:spPr>
      </p:pic>
      <p:pic>
        <p:nvPicPr>
          <p:cNvPr id="18" name="图片 17" descr="卡通画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003" y="5041998"/>
            <a:ext cx="30734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648" y="365125"/>
            <a:ext cx="8289614" cy="17764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Who We’re Looking For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479" y="804860"/>
            <a:ext cx="2928810" cy="768980"/>
          </a:xfrm>
          <a:prstGeom prst="rect">
            <a:avLst/>
          </a:prstGeom>
        </p:spPr>
      </p:pic>
      <p:sp>
        <p:nvSpPr>
          <p:cNvPr id="2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612647" y="2504819"/>
            <a:ext cx="10104659" cy="3672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kumimoji="1"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52" y="5014761"/>
            <a:ext cx="1244600" cy="1625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8200" y="2504819"/>
            <a:ext cx="23118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AI researcher</a:t>
            </a: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GB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New fine-tuning methods, RLHF/FT, explainability, time-series + LLM research; drive publication-level work</a:t>
            </a:r>
            <a:endParaRPr kumimoji="1"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22715" y="2504819"/>
            <a:ext cx="31666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Algorithm / ML Engineer</a:t>
            </a: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GB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Implement fine-tuning pipelines, distributed training, model compression/ distillation, and productionize research</a:t>
            </a:r>
            <a:endParaRPr kumimoji="1"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4" name="图片 13" descr="卡通人物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362" y="4838798"/>
            <a:ext cx="1986842" cy="198684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399284" y="2504819"/>
            <a:ext cx="35524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Engineer / Data Scientist</a:t>
            </a: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br>
              <a:rPr kumimoji="1" lang="en-US" altLang="zh-C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GB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Ingest, clean, align and enrich market data, filings, news and social feeds; prepare training and evaluation datasets</a:t>
            </a:r>
            <a:endParaRPr kumimoji="1"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4" name="图片 23" descr="图片包含 图标&#10;&#10;描述已自动生成"/>
          <p:cNvPicPr>
            <a:picLocks noChangeAspect="1"/>
          </p:cNvPicPr>
          <p:nvPr/>
        </p:nvPicPr>
        <p:blipFill>
          <a:blip r:embed="rId4"/>
          <a:srcRect l="4992" t="5503" r="10406" b="9895"/>
          <a:stretch>
            <a:fillRect/>
          </a:stretch>
        </p:blipFill>
        <p:spPr>
          <a:xfrm>
            <a:off x="8059910" y="4650015"/>
            <a:ext cx="1986842" cy="1986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9403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775" y="365125"/>
            <a:ext cx="6966585" cy="76962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kumimoji="1"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Scoring Framework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479" y="804860"/>
            <a:ext cx="2928810" cy="768980"/>
          </a:xfrm>
          <a:prstGeom prst="rect">
            <a:avLst/>
          </a:prstGeom>
        </p:spPr>
      </p:pic>
      <p:sp>
        <p:nvSpPr>
          <p:cNvPr id="2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11345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 descr="图片包含 徽标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567" y="4036193"/>
            <a:ext cx="3397287" cy="1890220"/>
          </a:xfrm>
          <a:prstGeom prst="rect">
            <a:avLst/>
          </a:prstGeom>
        </p:spPr>
      </p:pic>
      <p:pic>
        <p:nvPicPr>
          <p:cNvPr id="16" name="图片 15" descr="图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495" y="1834515"/>
            <a:ext cx="2201545" cy="2201545"/>
          </a:xfrm>
          <a:prstGeom prst="rect">
            <a:avLst/>
          </a:prstGeom>
        </p:spPr>
      </p:pic>
      <p:pic>
        <p:nvPicPr>
          <p:cNvPr id="3" name="图片 2" descr="73791f14a03ff486cc7f40b108f7490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975" y="1287145"/>
            <a:ext cx="6252210" cy="5457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42860" y="2501265"/>
            <a:ext cx="4192905" cy="1855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kumimoji="1"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Rating Scale (1–5)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884" y="529270"/>
            <a:ext cx="2928810" cy="768980"/>
          </a:xfrm>
          <a:prstGeom prst="rect">
            <a:avLst/>
          </a:prstGeom>
        </p:spPr>
      </p:pic>
      <p:pic>
        <p:nvPicPr>
          <p:cNvPr id="3" name="图片 2" descr="2070985b74b514614e901cfa169cec4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297180"/>
            <a:ext cx="6762750" cy="6163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9403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775" y="365125"/>
            <a:ext cx="6966585" cy="76962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kumimoji="1" lang="en-US" altLang="zh-CN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Decision Levels</a:t>
            </a:r>
            <a:endParaRPr kumimoji="1" lang="en-US" altLang="zh-CN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479" y="804860"/>
            <a:ext cx="2928810" cy="768980"/>
          </a:xfrm>
          <a:prstGeom prst="rect">
            <a:avLst/>
          </a:prstGeom>
        </p:spPr>
      </p:pic>
      <p:sp>
        <p:nvSpPr>
          <p:cNvPr id="2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11345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图片 15" descr="图标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495" y="1834515"/>
            <a:ext cx="2201545" cy="2201545"/>
          </a:xfrm>
          <a:prstGeom prst="rect">
            <a:avLst/>
          </a:prstGeom>
        </p:spPr>
      </p:pic>
      <p:pic>
        <p:nvPicPr>
          <p:cNvPr id="4" name="图片 3" descr="253cd03a930b6d4ff99a0bac9a247bf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1955800"/>
            <a:ext cx="10772140" cy="4408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WPS Writer</Application>
  <PresentationFormat>宽屏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Office 主题​​</vt:lpstr>
      <vt:lpstr>1_Office 主题​​</vt:lpstr>
      <vt:lpstr>FinQwen Research Company</vt:lpstr>
      <vt:lpstr>Who We are</vt:lpstr>
      <vt:lpstr>What We Do</vt:lpstr>
      <vt:lpstr>Who We’re Looking For</vt:lpstr>
      <vt:lpstr>Scoring Framework</vt:lpstr>
      <vt:lpstr>Rating Scale (1–5)</vt:lpstr>
      <vt:lpstr>Decision Levels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sudong Wang</dc:creator>
  <cp:lastModifiedBy></cp:lastModifiedBy>
  <cp:revision>29</cp:revision>
  <dcterms:created xsi:type="dcterms:W3CDTF">2025-10-15T09:32:14Z</dcterms:created>
  <dcterms:modified xsi:type="dcterms:W3CDTF">2025-10-15T09:32:14Z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B3E01DE8EFF3383C1E6AEF68FBCCCE1B_43</vt:lpwstr>
  </property>
  <property fmtid="{D5CDD505-2E9C-101B-9397-08002B2CF9AE}" pid="3" name="KSOProductBuildVer">
    <vt:lpwstr>1033-6.14.0.8924</vt:lpwstr>
  </property>
</Properties>
</file>